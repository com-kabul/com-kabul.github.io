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861" r:id="rId1"/>
  </p:sldMasterIdLst>
  <p:notesMasterIdLst>
    <p:notesMasterId r:id="rId17"/>
  </p:notesMasterIdLst>
  <p:sldIdLst>
    <p:sldId id="256" r:id="rId2"/>
    <p:sldId id="333" r:id="rId3"/>
    <p:sldId id="334" r:id="rId4"/>
    <p:sldId id="335" r:id="rId5"/>
    <p:sldId id="336" r:id="rId6"/>
    <p:sldId id="337" r:id="rId7"/>
    <p:sldId id="338" r:id="rId8"/>
    <p:sldId id="339" r:id="rId9"/>
    <p:sldId id="340" r:id="rId10"/>
    <p:sldId id="341" r:id="rId11"/>
    <p:sldId id="342" r:id="rId12"/>
    <p:sldId id="343" r:id="rId13"/>
    <p:sldId id="344" r:id="rId14"/>
    <p:sldId id="261" r:id="rId15"/>
    <p:sldId id="345" r:id="rId16"/>
  </p:sldIdLst>
  <p:sldSz cx="6858000" cy="5143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C4D3492-E4F8-4AEA-853A-5F033FF06E96}">
  <a:tblStyle styleId="{CC4D3492-E4F8-4AEA-853A-5F033FF06E9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8"/>
    <p:restoredTop sz="94685"/>
  </p:normalViewPr>
  <p:slideViewPr>
    <p:cSldViewPr snapToGrid="0">
      <p:cViewPr varScale="1">
        <p:scale>
          <a:sx n="97" d="100"/>
          <a:sy n="97" d="100"/>
        </p:scale>
        <p:origin x="14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b1723facd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b1723facd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4" name="Google Shape;8684;gb179643f6e_0_56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5" name="Google Shape;8685;gb179643f6e_0_56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4" name="Google Shape;8684;gb179643f6e_0_56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5" name="Google Shape;8685;gb179643f6e_0_56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9858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56813" y="1885951"/>
            <a:ext cx="4950338" cy="1697086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56813" y="3583036"/>
            <a:ext cx="4950338" cy="844712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A977F-2504-E741-85B4-8F01994E1F25}" type="datetimeFigureOut">
              <a:rPr lang="en-US" smtClean="0"/>
              <a:t>9/8/2025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8"/>
          <p:cNvSpPr/>
          <p:nvPr/>
        </p:nvSpPr>
        <p:spPr bwMode="auto">
          <a:xfrm>
            <a:off x="-23789" y="3240869"/>
            <a:ext cx="1046605" cy="586336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17500" y="3397156"/>
            <a:ext cx="438734" cy="273844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35516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01" y="468082"/>
            <a:ext cx="4941899" cy="9606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6812" y="1600200"/>
            <a:ext cx="4943989" cy="283321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9A02F-357D-AF42-B110-A7740AFDCA1B}" type="datetimeFigureOut">
              <a:rPr lang="en-US" smtClean="0"/>
              <a:t>9/8/2025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44" y="533396"/>
            <a:ext cx="1018767" cy="381004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45296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6812" y="1555922"/>
            <a:ext cx="4943989" cy="1101600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6812" y="2686050"/>
            <a:ext cx="4943989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B9B27-4D02-2940-AED5-BC8F2B3B1507}" type="datetimeFigureOut">
              <a:rPr lang="en-US" smtClean="0"/>
              <a:t>9/8/2025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44" y="2374896"/>
            <a:ext cx="1018767" cy="381004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83421" y="2433105"/>
            <a:ext cx="438734" cy="273844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030785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56813" y="1602530"/>
            <a:ext cx="2398148" cy="282554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02981" y="1602530"/>
            <a:ext cx="2397820" cy="282554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F7878-2C98-7449-BB8F-764A5EA8E558}" type="datetimeFigureOut">
              <a:rPr lang="en-US" smtClean="0"/>
              <a:t>9/8/2025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44" y="533396"/>
            <a:ext cx="1018767" cy="381004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83421" y="590838"/>
            <a:ext cx="438734" cy="273844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36900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9014" y="1669969"/>
            <a:ext cx="215594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56811" y="2102167"/>
            <a:ext cx="2398149" cy="232927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2116" y="1667548"/>
            <a:ext cx="215492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00286" y="2099746"/>
            <a:ext cx="2396760" cy="232927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2F403-9584-1749-B6AB-5E1C5F94527C}" type="datetimeFigureOut">
              <a:rPr lang="en-US" smtClean="0"/>
              <a:t>9/8/2025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44" y="533396"/>
            <a:ext cx="1018767" cy="381004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83421" y="590838"/>
            <a:ext cx="438734" cy="273844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591704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00" y="468082"/>
            <a:ext cx="4941900" cy="9606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C0351-EB03-5444-BA93-B7E778374E24}" type="datetimeFigureOut">
              <a:rPr lang="en-US" smtClean="0"/>
              <a:t>9/8/2025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44" y="533396"/>
            <a:ext cx="1018767" cy="381004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88946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ADB90-FF7E-5041-AB9F-1BC0957AB829}" type="datetimeFigureOut">
              <a:rPr lang="en-US" smtClean="0"/>
              <a:t>9/8/2025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44" y="533396"/>
            <a:ext cx="1018767" cy="381004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243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6811" y="334566"/>
            <a:ext cx="1972188" cy="732234"/>
          </a:xfrm>
        </p:spPr>
        <p:txBody>
          <a:bodyPr anchor="b"/>
          <a:lstStyle>
            <a:lvl1pPr algn="l">
              <a:defRPr sz="15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7620" y="334567"/>
            <a:ext cx="2843180" cy="4061222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6811" y="1198960"/>
            <a:ext cx="1972188" cy="319682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8CB6-48D8-4E47-B0D3-B56230F429D0}" type="datetimeFigureOut">
              <a:rPr lang="en-US" smtClean="0"/>
              <a:t>9/8/2025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44" y="533396"/>
            <a:ext cx="1018767" cy="381004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563972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6812" y="3600450"/>
            <a:ext cx="4943989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56812" y="476224"/>
            <a:ext cx="4943989" cy="2891228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6812" y="4025504"/>
            <a:ext cx="4943989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716D3-DCE8-CC45-8106-AE5DFCD073F9}" type="datetimeFigureOut">
              <a:rPr lang="en-US" smtClean="0"/>
              <a:t>9/8/2025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44" y="3682995"/>
            <a:ext cx="1018767" cy="381004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83421" y="3737316"/>
            <a:ext cx="438734" cy="273844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23177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6812" y="457200"/>
            <a:ext cx="4943989" cy="233778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6812" y="3265535"/>
            <a:ext cx="494398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FFFB4-400D-1240-AB24-6F86C96D4DFB}" type="datetimeFigureOut">
              <a:rPr lang="en-US" smtClean="0"/>
              <a:t>9/8/2025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44" y="2374896"/>
            <a:ext cx="1018767" cy="381004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83421" y="2433105"/>
            <a:ext cx="438734" cy="273844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23791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1093" y="457200"/>
            <a:ext cx="4582190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811979" y="2628900"/>
            <a:ext cx="4240416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6812" y="3265535"/>
            <a:ext cx="494398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FFFB4-400D-1240-AB24-6F86C96D4DFB}" type="datetimeFigureOut">
              <a:rPr lang="en-US" smtClean="0"/>
              <a:t>9/8/2025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44" y="2374896"/>
            <a:ext cx="1018767" cy="381004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83421" y="2433105"/>
            <a:ext cx="438734" cy="273844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356238" y="486004"/>
            <a:ext cx="342989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7150" y="2178980"/>
            <a:ext cx="342989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4849521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6812" y="1828801"/>
            <a:ext cx="4943989" cy="2043634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6812" y="3886200"/>
            <a:ext cx="4943989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FFFB4-400D-1240-AB24-6F86C96D4DFB}" type="datetimeFigureOut">
              <a:rPr lang="en-US" smtClean="0"/>
              <a:t>9/8/2025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44" y="3682995"/>
            <a:ext cx="1018767" cy="381004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83421" y="3737316"/>
            <a:ext cx="438734" cy="273844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16156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641093" y="457200"/>
            <a:ext cx="4582190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56811" y="3257550"/>
            <a:ext cx="5016219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6811" y="3886200"/>
            <a:ext cx="5016219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FFFB4-400D-1240-AB24-6F86C96D4DFB}" type="datetimeFigureOut">
              <a:rPr lang="en-US" smtClean="0"/>
              <a:t>9/8/2025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44" y="3682995"/>
            <a:ext cx="1018767" cy="381004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83421" y="3737316"/>
            <a:ext cx="438734" cy="273844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356238" y="486004"/>
            <a:ext cx="342989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7150" y="2178980"/>
            <a:ext cx="342989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6851828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6812" y="470555"/>
            <a:ext cx="4943988" cy="2160015"/>
          </a:xfrm>
        </p:spPr>
        <p:txBody>
          <a:bodyPr anchor="ctr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56812" y="3257550"/>
            <a:ext cx="4943989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6812" y="3886200"/>
            <a:ext cx="4943989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FFFB4-400D-1240-AB24-6F86C96D4DFB}" type="datetimeFigureOut">
              <a:rPr lang="en-US" smtClean="0"/>
              <a:t>9/8/2025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44" y="3682995"/>
            <a:ext cx="1018767" cy="381004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83421" y="3737316"/>
            <a:ext cx="438734" cy="273844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968029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A7C16-FAF2-2C41-B697-563997C522AD}" type="datetimeFigureOut">
              <a:rPr lang="en-US" smtClean="0"/>
              <a:t>9/8/2025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44" y="533396"/>
            <a:ext cx="1018767" cy="381004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64874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8901" y="470555"/>
            <a:ext cx="1242099" cy="3962863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56812" y="470555"/>
            <a:ext cx="3537261" cy="396286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9D9EA-0687-604F-B97A-763B6765DF9F}" type="datetimeFigureOut">
              <a:rPr lang="en-US" smtClean="0"/>
              <a:t>9/8/2025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44" y="533396"/>
            <a:ext cx="1018767" cy="381004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36488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list">
  <p:cSld name="Title and lis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>
            <a:off x="820669" y="884575"/>
            <a:ext cx="3052575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2"/>
          <p:cNvSpPr txBox="1">
            <a:spLocks noGrp="1"/>
          </p:cNvSpPr>
          <p:nvPr>
            <p:ph type="subTitle" idx="1"/>
          </p:nvPr>
        </p:nvSpPr>
        <p:spPr>
          <a:xfrm>
            <a:off x="820669" y="1887425"/>
            <a:ext cx="3052575" cy="24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ubik"/>
              <a:buNone/>
              <a:defRPr sz="1050"/>
            </a:lvl1pPr>
            <a:lvl2pPr lvl="1" rtl="0">
              <a:spcBef>
                <a:spcPts val="750"/>
              </a:spcBef>
              <a:spcAft>
                <a:spcPts val="0"/>
              </a:spcAft>
              <a:buClr>
                <a:srgbClr val="1B1B64"/>
              </a:buClr>
              <a:buSzPts val="1400"/>
              <a:buFont typeface="Rubik"/>
              <a:buNone/>
              <a:defRPr/>
            </a:lvl2pPr>
            <a:lvl3pPr lvl="2" rtl="0">
              <a:spcBef>
                <a:spcPts val="1200"/>
              </a:spcBef>
              <a:spcAft>
                <a:spcPts val="0"/>
              </a:spcAft>
              <a:buClr>
                <a:srgbClr val="1B1B64"/>
              </a:buClr>
              <a:buSzPts val="1400"/>
              <a:buFont typeface="Rubik"/>
              <a:buNone/>
              <a:defRPr/>
            </a:lvl3pPr>
            <a:lvl4pPr lvl="3" rtl="0">
              <a:spcBef>
                <a:spcPts val="1200"/>
              </a:spcBef>
              <a:spcAft>
                <a:spcPts val="0"/>
              </a:spcAft>
              <a:buClr>
                <a:srgbClr val="1B1B64"/>
              </a:buClr>
              <a:buSzPts val="1400"/>
              <a:buFont typeface="Rubik"/>
              <a:buNone/>
              <a:defRPr/>
            </a:lvl4pPr>
            <a:lvl5pPr lvl="4" rtl="0">
              <a:spcBef>
                <a:spcPts val="1200"/>
              </a:spcBef>
              <a:spcAft>
                <a:spcPts val="0"/>
              </a:spcAft>
              <a:buClr>
                <a:srgbClr val="1B1B64"/>
              </a:buClr>
              <a:buSzPts val="1400"/>
              <a:buFont typeface="Rubik"/>
              <a:buNone/>
              <a:defRPr/>
            </a:lvl5pPr>
            <a:lvl6pPr lvl="5" rtl="0">
              <a:spcBef>
                <a:spcPts val="1200"/>
              </a:spcBef>
              <a:spcAft>
                <a:spcPts val="0"/>
              </a:spcAft>
              <a:buClr>
                <a:srgbClr val="1B1B64"/>
              </a:buClr>
              <a:buSzPts val="1400"/>
              <a:buFont typeface="Rubik"/>
              <a:buNone/>
              <a:defRPr/>
            </a:lvl6pPr>
            <a:lvl7pPr lvl="6" rtl="0">
              <a:spcBef>
                <a:spcPts val="1200"/>
              </a:spcBef>
              <a:spcAft>
                <a:spcPts val="0"/>
              </a:spcAft>
              <a:buClr>
                <a:srgbClr val="1B1B64"/>
              </a:buClr>
              <a:buSzPts val="1400"/>
              <a:buFont typeface="Rubik"/>
              <a:buNone/>
              <a:defRPr/>
            </a:lvl7pPr>
            <a:lvl8pPr lvl="7" rtl="0">
              <a:spcBef>
                <a:spcPts val="1200"/>
              </a:spcBef>
              <a:spcAft>
                <a:spcPts val="0"/>
              </a:spcAft>
              <a:buClr>
                <a:srgbClr val="1B1B64"/>
              </a:buClr>
              <a:buSzPts val="1400"/>
              <a:buFont typeface="Rubik"/>
              <a:buNone/>
              <a:defRPr/>
            </a:lvl8pPr>
            <a:lvl9pPr lvl="8" rtl="0">
              <a:spcBef>
                <a:spcPts val="1200"/>
              </a:spcBef>
              <a:spcAft>
                <a:spcPts val="1200"/>
              </a:spcAft>
              <a:buClr>
                <a:srgbClr val="1B1B64"/>
              </a:buClr>
              <a:buSzPts val="1400"/>
              <a:buFont typeface="Rubik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872672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>
            <a:spLocks noGrp="1"/>
          </p:cNvSpPr>
          <p:nvPr>
            <p:ph type="title"/>
          </p:nvPr>
        </p:nvSpPr>
        <p:spPr>
          <a:xfrm>
            <a:off x="1755319" y="2699163"/>
            <a:ext cx="3424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5"/>
          <p:cNvSpPr txBox="1">
            <a:spLocks noGrp="1"/>
          </p:cNvSpPr>
          <p:nvPr>
            <p:ph type="subTitle" idx="1"/>
          </p:nvPr>
        </p:nvSpPr>
        <p:spPr>
          <a:xfrm>
            <a:off x="1755319" y="1643038"/>
            <a:ext cx="3424500" cy="113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1725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89806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171450"/>
            <a:ext cx="1485900" cy="4978971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15316" y="562"/>
            <a:ext cx="1464204" cy="5139378"/>
            <a:chOff x="6627813" y="196102"/>
            <a:chExt cx="1952625" cy="5677649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610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8900" y="468082"/>
            <a:ext cx="4941900" cy="9606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6812" y="1600200"/>
            <a:ext cx="4943989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829300" y="4601317"/>
            <a:ext cx="574785" cy="2776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9FFFB4-400D-1240-AB24-6F86C96D4DFB}" type="datetimeFigureOut">
              <a:rPr lang="en-US" smtClean="0"/>
              <a:t>9/8/2025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6811" y="4601857"/>
            <a:ext cx="428736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383421" y="590838"/>
            <a:ext cx="43873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0215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64" r:id="rId3"/>
    <p:sldLayoutId id="2147483865" r:id="rId4"/>
    <p:sldLayoutId id="2147483866" r:id="rId5"/>
    <p:sldLayoutId id="2147483867" r:id="rId6"/>
    <p:sldLayoutId id="2147483868" r:id="rId7"/>
    <p:sldLayoutId id="2147483869" r:id="rId8"/>
    <p:sldLayoutId id="2147483870" r:id="rId9"/>
    <p:sldLayoutId id="2147483871" r:id="rId10"/>
    <p:sldLayoutId id="2147483872" r:id="rId11"/>
    <p:sldLayoutId id="2147483873" r:id="rId12"/>
    <p:sldLayoutId id="2147483874" r:id="rId13"/>
    <p:sldLayoutId id="2147483875" r:id="rId14"/>
    <p:sldLayoutId id="2147483876" r:id="rId15"/>
    <p:sldLayoutId id="2147483877" r:id="rId16"/>
    <p:sldLayoutId id="2147483878" r:id="rId17"/>
    <p:sldLayoutId id="2147483879" r:id="rId18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 txBox="1">
            <a:spLocks/>
          </p:cNvSpPr>
          <p:nvPr/>
        </p:nvSpPr>
        <p:spPr>
          <a:xfrm>
            <a:off x="1304818" y="390418"/>
            <a:ext cx="4419317" cy="6986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Merriweather"/>
              <a:buNone/>
              <a:defRPr sz="3375" b="1" i="0" u="none" strike="noStrike" cap="none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Merriweather"/>
              <a:buNone/>
              <a:defRPr sz="3900" b="1" i="0" u="none" strike="noStrike" cap="none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Merriweather"/>
              <a:buNone/>
              <a:defRPr sz="3900" b="1" i="0" u="none" strike="noStrike" cap="none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Merriweather"/>
              <a:buNone/>
              <a:defRPr sz="3900" b="1" i="0" u="none" strike="noStrike" cap="none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Merriweather"/>
              <a:buNone/>
              <a:defRPr sz="3900" b="1" i="0" u="none" strike="noStrike" cap="none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Merriweather"/>
              <a:buNone/>
              <a:defRPr sz="3900" b="1" i="0" u="none" strike="noStrike" cap="none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Merriweather"/>
              <a:buNone/>
              <a:defRPr sz="3900" b="1" i="0" u="none" strike="noStrike" cap="none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Merriweather"/>
              <a:buNone/>
              <a:defRPr sz="3900" b="1" i="0" u="none" strike="noStrike" cap="none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Merriweather"/>
              <a:buNone/>
              <a:defRPr sz="3900" b="1" i="0" u="none" strike="noStrike" cap="none">
                <a:solidFill>
                  <a:schemeClr val="lt2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pPr rtl="1"/>
            <a:r>
              <a:rPr lang="ps-AF" sz="3200" dirty="0">
                <a:solidFill>
                  <a:schemeClr val="tx1"/>
                </a:solidFill>
                <a:latin typeface="Bahij Badr" panose="02040503050201020203" pitchFamily="18" charset="-78"/>
                <a:cs typeface="Bahij Badr" panose="02040503050201020203" pitchFamily="18" charset="-78"/>
              </a:rPr>
              <a:t>څلورم لوست</a:t>
            </a:r>
            <a:endParaRPr lang="en-US" sz="1600" dirty="0">
              <a:solidFill>
                <a:schemeClr val="tx1"/>
              </a:solidFill>
              <a:latin typeface="Bahij Badr" panose="02040503050201020203" pitchFamily="18" charset="-78"/>
              <a:cs typeface="Bahij Badr" panose="02040503050201020203" pitchFamily="18" charset="-78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904126" y="1284270"/>
            <a:ext cx="5503025" cy="3143478"/>
          </a:xfrm>
        </p:spPr>
        <p:txBody>
          <a:bodyPr>
            <a:normAutofit lnSpcReduction="10000"/>
          </a:bodyPr>
          <a:lstStyle/>
          <a:p>
            <a:pPr algn="just" rtl="1"/>
            <a:r>
              <a:rPr lang="ps-AF" sz="2800" dirty="0">
                <a:solidFill>
                  <a:schemeClr val="tx1"/>
                </a:solidFill>
                <a:latin typeface="Bahij Nazanin" panose="02040503050201020203" pitchFamily="18" charset="-78"/>
                <a:cs typeface="Bahij Nazanin" panose="02040503050201020203" pitchFamily="18" charset="-78"/>
              </a:rPr>
              <a:t>دلته په لاندې موضوعاتو بحث شوی دی:</a:t>
            </a:r>
            <a:endParaRPr lang="en-US" sz="2800" dirty="0">
              <a:solidFill>
                <a:schemeClr val="tx1"/>
              </a:solidFill>
              <a:latin typeface="Bahij Nazanin" panose="02040503050201020203" pitchFamily="18" charset="-78"/>
              <a:cs typeface="Bahij Nazanin" panose="02040503050201020203" pitchFamily="18" charset="-78"/>
            </a:endParaRPr>
          </a:p>
          <a:p>
            <a:pPr marL="457200" lvl="0" indent="-457200" algn="just" rtl="1">
              <a:buFont typeface="Arial" panose="020B0604020202020204" pitchFamily="34" charset="0"/>
              <a:buChar char="•"/>
            </a:pPr>
            <a:r>
              <a:rPr lang="ps-AF" sz="2800" dirty="0">
                <a:solidFill>
                  <a:schemeClr val="tx1"/>
                </a:solidFill>
                <a:latin typeface="Bahij Nazanin" panose="02040503050201020203" pitchFamily="18" charset="-78"/>
                <a:cs typeface="Bahij Nazanin" panose="02040503050201020203" pitchFamily="18" charset="-78"/>
              </a:rPr>
              <a:t>ادبي لیک</a:t>
            </a:r>
          </a:p>
          <a:p>
            <a:pPr marL="457200" lvl="0" indent="-457200" algn="just" rtl="1">
              <a:buFont typeface="Arial" panose="020B0604020202020204" pitchFamily="34" charset="0"/>
              <a:buChar char="•"/>
            </a:pPr>
            <a:r>
              <a:rPr lang="ps-AF" sz="2800" dirty="0">
                <a:solidFill>
                  <a:schemeClr val="tx1"/>
                </a:solidFill>
                <a:latin typeface="Bahij Nazanin" panose="02040503050201020203" pitchFamily="18" charset="-78"/>
                <a:cs typeface="Bahij Nazanin" panose="02040503050201020203" pitchFamily="18" charset="-78"/>
              </a:rPr>
              <a:t>ژوند لیک</a:t>
            </a:r>
          </a:p>
          <a:p>
            <a:pPr marL="457200" lvl="0" indent="-457200" algn="just" rtl="1">
              <a:buFont typeface="Arial" panose="020B0604020202020204" pitchFamily="34" charset="0"/>
              <a:buChar char="•"/>
            </a:pPr>
            <a:r>
              <a:rPr lang="ps-AF" sz="2800" dirty="0">
                <a:solidFill>
                  <a:schemeClr val="tx1"/>
                </a:solidFill>
                <a:latin typeface="Bahij Nazanin" panose="02040503050201020203" pitchFamily="18" charset="-78"/>
                <a:cs typeface="Bahij Nazanin" panose="02040503050201020203" pitchFamily="18" charset="-78"/>
              </a:rPr>
              <a:t>ادبي راپورتاژ</a:t>
            </a:r>
          </a:p>
          <a:p>
            <a:pPr marL="457200" lvl="0" indent="-457200" algn="just" rtl="1">
              <a:buFont typeface="Arial" panose="020B0604020202020204" pitchFamily="34" charset="0"/>
              <a:buChar char="•"/>
            </a:pPr>
            <a:r>
              <a:rPr lang="ps-AF" sz="2800" dirty="0">
                <a:solidFill>
                  <a:schemeClr val="tx1"/>
                </a:solidFill>
                <a:latin typeface="Bahij Nazanin" panose="02040503050201020203" pitchFamily="18" charset="-78"/>
                <a:cs typeface="Bahij Nazanin" panose="02040503050201020203" pitchFamily="18" charset="-78"/>
              </a:rPr>
              <a:t>ادبي ټوټه</a:t>
            </a:r>
          </a:p>
          <a:p>
            <a:pPr marL="457200" lvl="0" indent="-457200" algn="just" rtl="1">
              <a:buFont typeface="Arial" panose="020B0604020202020204" pitchFamily="34" charset="0"/>
              <a:buChar char="•"/>
            </a:pPr>
            <a:r>
              <a:rPr lang="ps-AF" sz="2800" dirty="0">
                <a:solidFill>
                  <a:schemeClr val="tx1"/>
                </a:solidFill>
                <a:latin typeface="Bahij Nazanin" panose="02040503050201020203" pitchFamily="18" charset="-78"/>
                <a:cs typeface="Bahij Nazanin" panose="02040503050201020203" pitchFamily="18" charset="-78"/>
              </a:rPr>
              <a:t>لنډه کیسه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F2BC1-74ED-1D0B-AE12-4D6364D5A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669" y="105965"/>
            <a:ext cx="5580131" cy="765544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/>
          <a:lstStyle/>
          <a:p>
            <a:pPr algn="r"/>
            <a:r>
              <a:rPr lang="ar-SA" sz="2800" b="1" dirty="0">
                <a:solidFill>
                  <a:schemeClr val="tx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Bahij Nazanin" panose="02040503050201020203" pitchFamily="18" charset="-78"/>
              </a:rPr>
              <a:t>ادبي</a:t>
            </a:r>
            <a:r>
              <a:rPr lang="ps-AF" sz="2800" b="1" dirty="0">
                <a:solidFill>
                  <a:schemeClr val="tx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Bahij Nazanin" panose="02040503050201020203" pitchFamily="18" charset="-78"/>
              </a:rPr>
              <a:t> </a:t>
            </a:r>
            <a:r>
              <a:rPr lang="ar-SA" sz="2800" b="1" dirty="0">
                <a:solidFill>
                  <a:schemeClr val="tx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Bahij Nazanin" panose="02040503050201020203" pitchFamily="18" charset="-78"/>
              </a:rPr>
              <a:t>لیک </a:t>
            </a:r>
            <a:br>
              <a:rPr lang="en-US" sz="2800" b="1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9AD8C2-B5A3-929E-D0DC-5D7EA8197C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4126" y="777608"/>
            <a:ext cx="5585320" cy="3784118"/>
          </a:xfrm>
        </p:spPr>
        <p:txBody>
          <a:bodyPr/>
          <a:lstStyle/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en-GB" sz="2000" dirty="0"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-</a:t>
            </a:r>
            <a:r>
              <a:rPr lang="ps-AF" sz="2000" dirty="0"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انسان</a:t>
            </a:r>
            <a:r>
              <a:rPr lang="ps-AF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ان</a:t>
            </a:r>
            <a:r>
              <a:rPr lang="ar-SA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کله</a:t>
            </a:r>
            <a:r>
              <a:rPr lang="ps-AF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یو له بل سره د اړیکو لپاره لیک کاروي، چې که د د</a:t>
            </a:r>
            <a:r>
              <a:rPr lang="ps-AF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غه</a:t>
            </a:r>
            <a:r>
              <a:rPr lang="ar-SA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لیک</a:t>
            </a:r>
            <a:r>
              <a:rPr lang="ps-AF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ژبه هنري شي،</a:t>
            </a:r>
            <a:r>
              <a:rPr lang="ps-AF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نو ادبي</a:t>
            </a:r>
            <a:r>
              <a:rPr lang="ps-AF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لیکونه ورته ویل</a:t>
            </a:r>
            <a:r>
              <a:rPr lang="ps-AF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کېږي.</a:t>
            </a:r>
            <a:endParaRPr lang="en-US" sz="2000" dirty="0">
              <a:effectLst/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ar-SA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- د روحي حالت او</a:t>
            </a:r>
            <a:r>
              <a:rPr lang="ps-AF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عواطفو له</a:t>
            </a:r>
            <a:r>
              <a:rPr lang="ps-AF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بیانولو</a:t>
            </a:r>
            <a:r>
              <a:rPr lang="ps-AF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څخه</a:t>
            </a:r>
            <a:r>
              <a:rPr lang="ps-AF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نېولې تر هر ډول علمي، ادبي، تاریخي او نور ډول ډول مسایل پکې مطرح کیږي. </a:t>
            </a:r>
            <a:endParaRPr lang="en-US" sz="2000" dirty="0">
              <a:effectLst/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ar-SA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-</a:t>
            </a:r>
            <a:r>
              <a:rPr lang="ps-AF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 </a:t>
            </a:r>
            <a:r>
              <a:rPr lang="ar-SA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لیکونه د</a:t>
            </a:r>
            <a:r>
              <a:rPr lang="ps-AF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پیغام</a:t>
            </a:r>
            <a:r>
              <a:rPr lang="ps-AF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لېږلو</a:t>
            </a:r>
            <a:r>
              <a:rPr lang="ps-AF" sz="2000" dirty="0"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لپاره وي، خو</a:t>
            </a:r>
            <a:r>
              <a:rPr lang="ps-AF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چې خبره د</a:t>
            </a:r>
            <a:r>
              <a:rPr lang="ps-AF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کلام هنري</a:t>
            </a:r>
            <a:r>
              <a:rPr lang="ps-AF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کېدو ته</a:t>
            </a:r>
            <a:r>
              <a:rPr lang="ps-AF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ولاړه، ادبي ارزښت پیدا کوي.‌ </a:t>
            </a:r>
            <a:endParaRPr lang="en-US" sz="2000" dirty="0">
              <a:effectLst/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ar-SA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-</a:t>
            </a:r>
            <a:r>
              <a:rPr lang="ps-AF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هغه</a:t>
            </a:r>
            <a:r>
              <a:rPr lang="ps-AF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ځانګړنه</a:t>
            </a:r>
            <a:r>
              <a:rPr lang="ps-AF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چې ادبي</a:t>
            </a:r>
            <a:r>
              <a:rPr lang="ps-AF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ليکنې له عادي</a:t>
            </a:r>
            <a:r>
              <a:rPr lang="ps-AF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ليکنو</a:t>
            </a:r>
            <a:r>
              <a:rPr lang="ps-AF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څخه را</a:t>
            </a:r>
            <a:r>
              <a:rPr lang="ps-AF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بيلوي</a:t>
            </a:r>
            <a:r>
              <a:rPr lang="ps-AF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هغه هنري او ادبي</a:t>
            </a:r>
            <a:r>
              <a:rPr lang="ps-AF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ارزښتونه دي. </a:t>
            </a:r>
            <a:endParaRPr lang="en-US" sz="2000" dirty="0">
              <a:effectLst/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algn="just" rtl="1"/>
            <a:r>
              <a:rPr lang="ar-SA" sz="2000" kern="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-</a:t>
            </a:r>
            <a:r>
              <a:rPr lang="ps-AF" sz="2000" kern="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000" kern="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کله</a:t>
            </a:r>
            <a:r>
              <a:rPr lang="ps-AF" sz="2000" kern="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000" kern="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لیکونه</a:t>
            </a:r>
            <a:r>
              <a:rPr lang="ps-AF" sz="2000" kern="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000" kern="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ځانګړی مخاطب لري،</a:t>
            </a:r>
            <a:r>
              <a:rPr lang="ps-AF" sz="2000" kern="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000" kern="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کله</a:t>
            </a:r>
            <a:r>
              <a:rPr lang="ps-AF" sz="2000" kern="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000" kern="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لیک</a:t>
            </a:r>
            <a:r>
              <a:rPr lang="ps-AF" sz="2000" kern="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000" kern="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یوې</a:t>
            </a:r>
            <a:r>
              <a:rPr lang="ps-AF" sz="2000" kern="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000" kern="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ډلې،</a:t>
            </a:r>
            <a:r>
              <a:rPr lang="ps-AF" sz="2000" kern="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000" kern="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ټولي،</a:t>
            </a:r>
            <a:r>
              <a:rPr lang="ps-AF" sz="2000" kern="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000" kern="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ټولنې او عام ولس ته</a:t>
            </a:r>
            <a:r>
              <a:rPr lang="ps-AF" sz="2000" kern="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000" kern="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لیکل</a:t>
            </a:r>
            <a:r>
              <a:rPr lang="ps-AF" sz="2000" kern="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000" kern="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کېږي </a:t>
            </a:r>
            <a:endParaRPr lang="en-US" sz="2000" dirty="0">
              <a:latin typeface="Bahij Nazanin" panose="02040503050201020203" pitchFamily="18" charset="-78"/>
              <a:cs typeface="Bahij Nazanin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47878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1ECC4-AA26-EB20-278C-D38D6C48F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669" y="55234"/>
            <a:ext cx="5867210" cy="612586"/>
          </a:xfrm>
        </p:spPr>
        <p:txBody>
          <a:bodyPr/>
          <a:lstStyle/>
          <a:p>
            <a:pPr algn="r" rtl="1"/>
            <a:r>
              <a:rPr lang="ps-AF" sz="3200" b="1" dirty="0">
                <a:latin typeface="Bahij Nazanin" panose="02040503050201020203" pitchFamily="18" charset="-78"/>
                <a:cs typeface="Bahij Nazanin" panose="02040503050201020203" pitchFamily="18" charset="-78"/>
              </a:rPr>
              <a:t>ادامه...</a:t>
            </a:r>
            <a:endParaRPr lang="en-US" b="1" dirty="0">
              <a:latin typeface="Bahij Nazanin" panose="02040503050201020203" pitchFamily="18" charset="-78"/>
              <a:cs typeface="Bahij Nazanin" panose="02040503050201020203" pitchFamily="18" charset="-7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A1D82B-2421-6345-300C-33BFB70184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771" y="744275"/>
            <a:ext cx="5722108" cy="3786627"/>
          </a:xfrm>
        </p:spPr>
        <p:txBody>
          <a:bodyPr/>
          <a:lstStyle/>
          <a:p>
            <a:pPr marL="0" marR="0" algn="just" rtl="1">
              <a:spcBef>
                <a:spcPts val="0"/>
              </a:spcBef>
              <a:spcAft>
                <a:spcPts val="500"/>
              </a:spcAft>
            </a:pPr>
            <a:r>
              <a:rPr lang="en-GB" sz="2200" dirty="0"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-</a:t>
            </a:r>
            <a:r>
              <a:rPr lang="ps-AF" sz="2200" dirty="0"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200" dirty="0" err="1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کله</a:t>
            </a:r>
            <a:r>
              <a:rPr lang="ar-SA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200" dirty="0" err="1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لیک</a:t>
            </a:r>
            <a:r>
              <a:rPr lang="ar-SA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200" dirty="0" err="1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یو</a:t>
            </a:r>
            <a:r>
              <a:rPr lang="ar-SA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200" dirty="0" err="1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نامعلوم</a:t>
            </a:r>
            <a:r>
              <a:rPr lang="ar-SA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مخاطب لري </a:t>
            </a:r>
            <a:r>
              <a:rPr lang="ar-SA" sz="2200" dirty="0" err="1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چې</a:t>
            </a:r>
            <a:r>
              <a:rPr lang="ar-SA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200" dirty="0" err="1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لیکوال</a:t>
            </a:r>
            <a:r>
              <a:rPr lang="ar-SA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200" dirty="0" err="1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پکې</a:t>
            </a:r>
            <a:r>
              <a:rPr lang="ar-SA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200" dirty="0" err="1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غواړي</a:t>
            </a:r>
            <a:r>
              <a:rPr lang="ar-SA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200" dirty="0" err="1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خپل</a:t>
            </a:r>
            <a:r>
              <a:rPr lang="ar-SA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200" dirty="0" err="1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پیغام</a:t>
            </a:r>
            <a:r>
              <a:rPr lang="ar-SA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200" dirty="0" err="1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په</a:t>
            </a:r>
            <a:r>
              <a:rPr lang="ar-SA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هنري او ادبي ‌</a:t>
            </a:r>
            <a:r>
              <a:rPr lang="ar-SA" sz="2200" dirty="0" err="1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ژبه</a:t>
            </a:r>
            <a:r>
              <a:rPr lang="ar-SA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مقابل لوري ته </a:t>
            </a:r>
            <a:r>
              <a:rPr lang="ar-SA" sz="2200" dirty="0" err="1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ولېږدوي</a:t>
            </a:r>
            <a:r>
              <a:rPr lang="ar-SA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. </a:t>
            </a:r>
            <a:endParaRPr lang="en-US" sz="2200" dirty="0">
              <a:effectLst/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spcBef>
                <a:spcPts val="0"/>
              </a:spcBef>
              <a:spcAft>
                <a:spcPts val="500"/>
              </a:spcAft>
            </a:pPr>
            <a:r>
              <a:rPr lang="ar-SA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- </a:t>
            </a:r>
            <a:r>
              <a:rPr lang="ar-SA" sz="2200" dirty="0" err="1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تاسې</a:t>
            </a:r>
            <a:r>
              <a:rPr lang="ar-SA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هم </a:t>
            </a:r>
            <a:r>
              <a:rPr lang="ar-SA" sz="2200" dirty="0" err="1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کولی</a:t>
            </a:r>
            <a:r>
              <a:rPr lang="ar-SA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200" dirty="0" err="1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شئ</a:t>
            </a:r>
            <a:r>
              <a:rPr lang="ar-SA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200" dirty="0" err="1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چې</a:t>
            </a:r>
            <a:r>
              <a:rPr lang="ar-SA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200" dirty="0" err="1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خپلو</a:t>
            </a:r>
            <a:r>
              <a:rPr lang="ar-SA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200" dirty="0" err="1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دوستانو</a:t>
            </a:r>
            <a:r>
              <a:rPr lang="ar-SA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، </a:t>
            </a:r>
            <a:r>
              <a:rPr lang="ar-SA" sz="2200" dirty="0" err="1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ملګرو</a:t>
            </a:r>
            <a:r>
              <a:rPr lang="ar-SA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، </a:t>
            </a:r>
            <a:r>
              <a:rPr lang="ar-SA" sz="2200" dirty="0" err="1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کورنۍ</a:t>
            </a:r>
            <a:r>
              <a:rPr lang="ar-SA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، </a:t>
            </a:r>
            <a:r>
              <a:rPr lang="ar-SA" sz="2200" dirty="0" err="1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یا</a:t>
            </a:r>
            <a:r>
              <a:rPr lang="ar-SA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بل هر </a:t>
            </a:r>
            <a:r>
              <a:rPr lang="ar-SA" sz="2200" dirty="0" err="1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چا</a:t>
            </a:r>
            <a:r>
              <a:rPr lang="ar-SA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ته </a:t>
            </a:r>
            <a:r>
              <a:rPr lang="ar-SA" sz="2200" dirty="0" err="1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لیکونه</a:t>
            </a:r>
            <a:r>
              <a:rPr lang="ar-SA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200" dirty="0" err="1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ولیکئ</a:t>
            </a:r>
            <a:r>
              <a:rPr lang="ps-AF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. </a:t>
            </a:r>
            <a:endParaRPr lang="en-US" sz="2200" dirty="0">
              <a:effectLst/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spcBef>
                <a:spcPts val="0"/>
              </a:spcBef>
              <a:spcAft>
                <a:spcPts val="500"/>
              </a:spcAft>
            </a:pPr>
            <a:r>
              <a:rPr lang="ar-SA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- عادي </a:t>
            </a:r>
            <a:r>
              <a:rPr lang="ar-SA" sz="2200" dirty="0" err="1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لیکونه</a:t>
            </a:r>
            <a:r>
              <a:rPr lang="ar-SA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تر </a:t>
            </a:r>
            <a:r>
              <a:rPr lang="ar-SA" sz="2200" dirty="0" err="1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ډېره</a:t>
            </a:r>
            <a:r>
              <a:rPr lang="ar-SA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د </a:t>
            </a:r>
            <a:r>
              <a:rPr lang="ar-SA" sz="2200" dirty="0" err="1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یوه</a:t>
            </a:r>
            <a:r>
              <a:rPr lang="ar-SA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200" dirty="0" err="1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چوکاټ</a:t>
            </a:r>
            <a:r>
              <a:rPr lang="ar-SA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200" dirty="0" err="1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پر</a:t>
            </a:r>
            <a:r>
              <a:rPr lang="ar-SA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اساس </a:t>
            </a:r>
            <a:r>
              <a:rPr lang="ar-SA" sz="2200" dirty="0" err="1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لیکل</a:t>
            </a:r>
            <a:r>
              <a:rPr lang="ar-SA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200" dirty="0" err="1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کېږي</a:t>
            </a:r>
            <a:endParaRPr lang="en-US" sz="2200" dirty="0">
              <a:effectLst/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spcBef>
                <a:spcPts val="0"/>
              </a:spcBef>
              <a:spcAft>
                <a:spcPts val="500"/>
              </a:spcAft>
            </a:pPr>
            <a:r>
              <a:rPr lang="ar-SA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- مقابل لوري ته له </a:t>
            </a:r>
            <a:r>
              <a:rPr lang="ar-SA" sz="2200" dirty="0" err="1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سلامون</a:t>
            </a:r>
            <a:r>
              <a:rPr lang="ps-AF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و</a:t>
            </a:r>
            <a:r>
              <a:rPr lang="ar-SA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وروسته د </a:t>
            </a:r>
            <a:r>
              <a:rPr lang="ar-SA" sz="2200" dirty="0" err="1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هغه</a:t>
            </a:r>
            <a:r>
              <a:rPr lang="ar-SA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د </a:t>
            </a:r>
            <a:r>
              <a:rPr lang="ar-SA" sz="2200" dirty="0" err="1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روغتیا</a:t>
            </a:r>
            <a:r>
              <a:rPr lang="ar-SA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200" dirty="0" err="1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هیله</a:t>
            </a:r>
            <a:r>
              <a:rPr lang="ar-SA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200" dirty="0" err="1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کوي</a:t>
            </a:r>
            <a:r>
              <a:rPr lang="ar-SA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. </a:t>
            </a:r>
            <a:r>
              <a:rPr lang="ar-SA" sz="2200" dirty="0" err="1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بیا</a:t>
            </a:r>
            <a:r>
              <a:rPr lang="ar-SA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200" dirty="0" err="1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پسې</a:t>
            </a:r>
            <a:r>
              <a:rPr lang="ar-SA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اصلي موضوع </a:t>
            </a:r>
            <a:r>
              <a:rPr lang="ar-SA" sz="2200" dirty="0" err="1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بیانوي</a:t>
            </a:r>
            <a:r>
              <a:rPr lang="ar-SA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endParaRPr lang="en-US" sz="2200" dirty="0">
              <a:effectLst/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spcBef>
                <a:spcPts val="0"/>
              </a:spcBef>
              <a:spcAft>
                <a:spcPts val="500"/>
              </a:spcAft>
            </a:pPr>
            <a:r>
              <a:rPr lang="ar-SA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- ادبي </a:t>
            </a:r>
            <a:r>
              <a:rPr lang="ar-SA" sz="2200" dirty="0" err="1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لیک</a:t>
            </a:r>
            <a:r>
              <a:rPr lang="ar-SA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200" dirty="0" err="1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بیا</a:t>
            </a:r>
            <a:r>
              <a:rPr lang="ar-SA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د </a:t>
            </a:r>
            <a:r>
              <a:rPr lang="ar-SA" sz="2200" dirty="0" err="1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داسې</a:t>
            </a:r>
            <a:r>
              <a:rPr lang="ar-SA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200" dirty="0" err="1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چوکاټ</a:t>
            </a:r>
            <a:r>
              <a:rPr lang="ar-SA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تابع نه </a:t>
            </a:r>
            <a:r>
              <a:rPr lang="ar-SA" sz="2200" dirty="0" err="1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دی</a:t>
            </a:r>
            <a:r>
              <a:rPr lang="ar-SA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، </a:t>
            </a:r>
            <a:r>
              <a:rPr lang="ar-SA" sz="2200" dirty="0" err="1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ښايي</a:t>
            </a:r>
            <a:r>
              <a:rPr lang="ar-SA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مخاطب </a:t>
            </a:r>
            <a:r>
              <a:rPr lang="ar-SA" sz="2200" dirty="0" err="1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په</a:t>
            </a:r>
            <a:r>
              <a:rPr lang="ar-SA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200" dirty="0" err="1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پیل</a:t>
            </a:r>
            <a:r>
              <a:rPr lang="ar-SA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200" dirty="0" err="1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کې</a:t>
            </a:r>
            <a:r>
              <a:rPr lang="ar-SA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معلوم شي او </a:t>
            </a:r>
            <a:r>
              <a:rPr lang="ar-SA" sz="2200" dirty="0" err="1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بیا</a:t>
            </a:r>
            <a:r>
              <a:rPr lang="ar-SA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200" dirty="0" err="1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لیکوال</a:t>
            </a:r>
            <a:r>
              <a:rPr lang="ar-SA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200" dirty="0" err="1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خپل</a:t>
            </a:r>
            <a:r>
              <a:rPr lang="ar-SA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200" dirty="0" err="1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پیغام</a:t>
            </a:r>
            <a:r>
              <a:rPr lang="ar-SA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200" dirty="0" err="1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په</a:t>
            </a:r>
            <a:r>
              <a:rPr lang="ar-SA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هنري او ادبي </a:t>
            </a:r>
            <a:r>
              <a:rPr lang="ar-SA" sz="2200" dirty="0" err="1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ژبه</a:t>
            </a:r>
            <a:r>
              <a:rPr lang="ar-SA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ar-SA" sz="2200" dirty="0" err="1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بیان</a:t>
            </a:r>
            <a:r>
              <a:rPr lang="ps-AF" sz="22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کړي. </a:t>
            </a:r>
            <a:endParaRPr lang="en-US" sz="2200" dirty="0">
              <a:effectLst/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457200" marR="0" indent="-34290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ubik"/>
              <a:buNone/>
            </a:pPr>
            <a:endParaRPr lang="en-US" sz="2200" dirty="0">
              <a:latin typeface="Bahij Nazanin" panose="02040503050201020203" pitchFamily="18" charset="-78"/>
              <a:cs typeface="Bahij Nazanin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0014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B8C80-4A51-A708-BA5F-6D85BF459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669" y="214718"/>
            <a:ext cx="5718354" cy="582720"/>
          </a:xfrm>
        </p:spPr>
        <p:txBody>
          <a:bodyPr/>
          <a:lstStyle/>
          <a:p>
            <a:pPr algn="r" rtl="1"/>
            <a:r>
              <a:rPr lang="ar-SA" sz="2400" b="1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Bahij Nazanin" panose="02040503050201020203" pitchFamily="18" charset="-78"/>
              </a:rPr>
              <a:t>ژوندلیک (</a:t>
            </a:r>
            <a:r>
              <a:rPr lang="en-US" sz="2400" b="1" dirty="0">
                <a:solidFill>
                  <a:srgbClr val="0F4761"/>
                </a:solidFill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Times New Roman" panose="02020603050405020304" pitchFamily="18" charset="0"/>
              </a:rPr>
              <a:t>Biography</a:t>
            </a:r>
            <a:r>
              <a:rPr lang="ar-SA" sz="2400" b="1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Bahij Nazanin" panose="02040503050201020203" pitchFamily="18" charset="-78"/>
              </a:rPr>
              <a:t>)</a:t>
            </a:r>
            <a:br>
              <a:rPr lang="en-US" sz="2400" b="1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E69EDE-B8F1-25D0-4ED8-FD2F745DA0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5181" y="813531"/>
            <a:ext cx="6379535" cy="4062085"/>
          </a:xfrm>
        </p:spPr>
        <p:txBody>
          <a:bodyPr/>
          <a:lstStyle/>
          <a:p>
            <a:pPr marL="0" marR="0" lvl="0" indent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- د یو چا د ژوند د لوړو ژورو، زده‌کړو، فکر، احساساتو، پېښو، مبارزې او د ژوند د نورو اړخونو په اړه لیکل </a:t>
            </a:r>
            <a:endParaRPr lang="ps-AF" sz="2000" dirty="0"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lvl="0" indent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- ژوندلیک په دوو ډولونو وېشل کېږي چې خپل او د نورو ژوندلیک پکې راځي.</a:t>
            </a:r>
            <a:endParaRPr lang="en-US" sz="2000" dirty="0">
              <a:effectLst/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ar-SA" sz="2000" b="1" kern="0" dirty="0">
                <a:solidFill>
                  <a:srgbClr val="0F4761"/>
                </a:solidFill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خپل</a:t>
            </a:r>
            <a:r>
              <a:rPr lang="ps-AF" sz="2000" b="1" kern="0" dirty="0">
                <a:solidFill>
                  <a:srgbClr val="0F4761"/>
                </a:solidFill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 </a:t>
            </a:r>
            <a:r>
              <a:rPr lang="ar-SA" sz="2000" b="1" kern="0" dirty="0">
                <a:solidFill>
                  <a:srgbClr val="0F4761"/>
                </a:solidFill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ژوندلیک</a:t>
            </a:r>
            <a:r>
              <a:rPr lang="ps-AF" sz="2000" b="1" kern="0" dirty="0">
                <a:solidFill>
                  <a:srgbClr val="0F4761"/>
                </a:solidFill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 </a:t>
            </a:r>
            <a:r>
              <a:rPr lang="ar-SA" sz="2000" b="1" kern="0" dirty="0">
                <a:solidFill>
                  <a:srgbClr val="0F4761"/>
                </a:solidFill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یا ځان</a:t>
            </a:r>
            <a:r>
              <a:rPr lang="ps-AF" sz="2000" b="1" kern="0" dirty="0">
                <a:solidFill>
                  <a:srgbClr val="0F4761"/>
                </a:solidFill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 </a:t>
            </a:r>
            <a:r>
              <a:rPr lang="ar-SA" sz="2000" b="1" kern="0" dirty="0">
                <a:solidFill>
                  <a:srgbClr val="0F4761"/>
                </a:solidFill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پېښې</a:t>
            </a:r>
            <a:r>
              <a:rPr lang="en-GB" sz="2000" b="1" kern="0" dirty="0">
                <a:solidFill>
                  <a:srgbClr val="0F4761"/>
                </a:solidFill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 </a:t>
            </a:r>
            <a:r>
              <a:rPr lang="ps-AF" sz="2000" b="1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(</a:t>
            </a:r>
            <a:r>
              <a:rPr lang="en-GB" sz="2000" b="1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Autobiography</a:t>
            </a:r>
            <a:r>
              <a:rPr lang="ps-AF" sz="2000" b="1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)</a:t>
            </a: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000" dirty="0"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- </a:t>
            </a:r>
            <a:r>
              <a:rPr lang="ps-AF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د انسانانو تلوسه وي چې د نورو له ژونده خبر شي.</a:t>
            </a:r>
            <a:endParaRPr lang="en-US" sz="2000" dirty="0">
              <a:effectLst/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- په ځانګړي ډول د هغو کسانو له ژونده چې په ژوند او مرګ یې له خپلوانو پرته نور هم یادوي. </a:t>
            </a:r>
            <a:endParaRPr lang="en-US" sz="2000" dirty="0">
              <a:effectLst/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- دوی د ژوند په ځینو برخو کې د یادولو وي، نو ځکه خلک غواړي له ژونده یې خبر شي.</a:t>
            </a:r>
            <a:endParaRPr lang="en-US" sz="2000" dirty="0">
              <a:effectLst/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- دا که د یوه لیکوال ژوند وي او که د یوه سیاستوال او ستر پانګه‌وال.</a:t>
            </a:r>
            <a:endParaRPr lang="en-US" sz="2000" dirty="0">
              <a:effectLst/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457200" marR="0" indent="-34290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ubik"/>
              <a:buNone/>
            </a:pPr>
            <a:endParaRPr lang="en-US" sz="2000" dirty="0">
              <a:latin typeface="Bahij Nazanin" panose="02040503050201020203" pitchFamily="18" charset="-78"/>
              <a:cs typeface="Bahij Nazanin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611423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BF855E2-C0C9-F437-4DA6-9827BC7D48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405" y="138223"/>
            <a:ext cx="6273209" cy="4218802"/>
          </a:xfrm>
        </p:spPr>
        <p:txBody>
          <a:bodyPr/>
          <a:lstStyle/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en-GB" sz="2000" dirty="0"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-</a:t>
            </a:r>
            <a:r>
              <a:rPr lang="ps-AF" sz="2000" dirty="0"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ps-AF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دا ژوندلیکونه هغه وخت لا زیات خلک لولي چې په خوږه، روانه او هنري ژبه ولیکل شي.</a:t>
            </a:r>
            <a:endParaRPr lang="en-US" sz="2000" dirty="0">
              <a:effectLst/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‌- د ژوندلیک لیکلو پر مهال باید هېر نه کړئ چې واقعیتونه لیکئ او دلته پکې تخییل هغسې ځای نه لري لکه په ناول او لنډه کیسه کې</a:t>
            </a:r>
            <a:endParaRPr lang="en-US" sz="2000" dirty="0">
              <a:effectLst/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- خو د ادبي صنعتونو هغه برخه پکې ور ګډولی شئ چې په لیکنه کې رنګ او خوند پيدا کوي.</a:t>
            </a:r>
            <a:endParaRPr lang="en-US" sz="2000" dirty="0">
              <a:effectLst/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- که اوس ورځني یادښتونه او خاطرې لیکئ‌، نو یو وخت به ستاسې ژوندلیک هم د لیکلو وي</a:t>
            </a:r>
            <a:endParaRPr lang="en-US" sz="2000" dirty="0">
              <a:effectLst/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- یادښتونه او خاطرې به بیا له درسره په دې لیکلو کې مرسته کوي.</a:t>
            </a:r>
            <a:endParaRPr lang="en-US" sz="2000" dirty="0">
              <a:effectLst/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0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- لیکوال خپل ژوندلیکونه داسې لیکي چې د هر لوستونکي لپاره په زړه پورې وي.</a:t>
            </a:r>
            <a:endParaRPr lang="en-US" sz="2000" dirty="0">
              <a:effectLst/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457200" marR="0" indent="-34290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ubik"/>
              <a:buNone/>
            </a:pPr>
            <a:endParaRPr lang="en-US" sz="2000" dirty="0">
              <a:latin typeface="Bahij Nazanin" panose="02040503050201020203" pitchFamily="18" charset="-78"/>
              <a:cs typeface="Bahij Nazanin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196319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C00E1-DF3B-5D65-1DBE-932A5EE3C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037" y="308678"/>
            <a:ext cx="6262577" cy="669517"/>
          </a:xfrm>
        </p:spPr>
        <p:txBody>
          <a:bodyPr/>
          <a:lstStyle/>
          <a:p>
            <a:pPr algn="r" rtl="1"/>
            <a:r>
              <a:rPr lang="ar-SA" sz="2800" b="1" kern="0" dirty="0">
                <a:solidFill>
                  <a:srgbClr val="0F4761"/>
                </a:solidFill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د بل ژوندلیک</a:t>
            </a:r>
            <a:br>
              <a:rPr lang="en-US" sz="28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</a:br>
            <a:endParaRPr lang="en-US" sz="2800" dirty="0">
              <a:latin typeface="Bahij Nazanin" panose="02040503050201020203" pitchFamily="18" charset="-78"/>
              <a:cs typeface="Bahij Nazanin" panose="02040503050201020203" pitchFamily="18" charset="-7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FA7E25-DFC7-85B3-063B-BDE98DA26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447" y="978195"/>
            <a:ext cx="6390167" cy="3378830"/>
          </a:xfrm>
        </p:spPr>
        <p:txBody>
          <a:bodyPr/>
          <a:lstStyle/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en-GB" sz="24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-</a:t>
            </a:r>
            <a:r>
              <a:rPr lang="ps-AF" sz="24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په نړۍ کې ډ‌ېر داسې خلک شته چې نور غواړي د ژوند له تېر او اوس څخه یې خبر شي.</a:t>
            </a:r>
            <a:endParaRPr lang="en-US" sz="2400" dirty="0">
              <a:effectLst/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4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- دوی ډېری وخت لیکوال نه وي، خو نور لیکوال ورځي او د دوی ژوندلیک لیکي. </a:t>
            </a:r>
            <a:endParaRPr lang="en-US" sz="2400" dirty="0">
              <a:effectLst/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4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- په ژوندلیک کې باید تسلسل هېر نه شي.</a:t>
            </a:r>
            <a:endParaRPr lang="en-US" sz="2400" dirty="0">
              <a:effectLst/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4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- لیکوال پکې خپل قضاوت هم ورځای نه کړي، ځکه چې دا بیا د ژوندلیک له چوکاټه وځي.</a:t>
            </a:r>
            <a:endParaRPr lang="en-US" sz="2400" dirty="0">
              <a:effectLst/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230525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9E9E1-6E99-F1C9-6541-3E7706B18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484" y="278517"/>
            <a:ext cx="6037331" cy="507958"/>
          </a:xfrm>
        </p:spPr>
        <p:txBody>
          <a:bodyPr/>
          <a:lstStyle/>
          <a:p>
            <a:pPr algn="r" rtl="1"/>
            <a:r>
              <a:rPr lang="ps-AF" sz="2800" b="1" dirty="0">
                <a:solidFill>
                  <a:srgbClr val="0F4761"/>
                </a:solidFill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ادبي راپورتاژ</a:t>
            </a:r>
            <a:br>
              <a:rPr lang="en-US" sz="2800" b="1" dirty="0">
                <a:solidFill>
                  <a:srgbClr val="0F4761"/>
                </a:solidFill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</a:br>
            <a:endParaRPr lang="en-US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FB9865-01FE-6ECB-6467-9479154F4E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959" y="871539"/>
            <a:ext cx="6600856" cy="3902479"/>
          </a:xfrm>
        </p:spPr>
        <p:txBody>
          <a:bodyPr/>
          <a:lstStyle/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en-GB" sz="24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-</a:t>
            </a:r>
            <a:r>
              <a:rPr lang="ps-AF" sz="24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راپورتاژ فرانسوي کلمه ده چې د لاتینې ژبې له (</a:t>
            </a:r>
            <a:r>
              <a:rPr lang="en-GB" sz="24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Report</a:t>
            </a:r>
            <a:r>
              <a:rPr lang="ps-AF" sz="24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) څخه اخیستل شوې ده. </a:t>
            </a:r>
            <a:endParaRPr lang="en-US" sz="2400" dirty="0">
              <a:effectLst/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4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- رپوټ، ریپورټ یا ګزارش موږ تر ډېره د یوه ژورنالیستیک ژانر په توګه پېژنو.</a:t>
            </a:r>
            <a:endParaRPr lang="en-US" sz="2400" dirty="0">
              <a:effectLst/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4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- کله چې ادبي رنګ اخلي او پر ادبي مسایلو را څرخي نو ادبي را پورتاژ ګڼل کېږي. </a:t>
            </a:r>
            <a:endParaRPr lang="en-US" sz="2400" dirty="0">
              <a:effectLst/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4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- که رپوټ پر ادبي پېښه یا بدلون را څرخي او یا یې هم ژبه ادبي وي، په دواړو حالتونو کې ادبي راپورتاژ دی.</a:t>
            </a:r>
            <a:endParaRPr lang="en-US" sz="2400" dirty="0">
              <a:effectLst/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044660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FA15A-F9BE-7085-AAE0-FC729923D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669" y="191387"/>
            <a:ext cx="5909740" cy="754912"/>
          </a:xfrm>
        </p:spPr>
        <p:txBody>
          <a:bodyPr/>
          <a:lstStyle/>
          <a:p>
            <a:pPr algn="r" rtl="1"/>
            <a:r>
              <a:rPr lang="ar-SA" sz="2400" b="1" dirty="0">
                <a:solidFill>
                  <a:srgbClr val="0F4761"/>
                </a:solidFill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ادبي </a:t>
            </a:r>
            <a:r>
              <a:rPr lang="ar-SA" sz="2400" b="1" dirty="0" err="1">
                <a:solidFill>
                  <a:srgbClr val="0F4761"/>
                </a:solidFill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ټوټه</a:t>
            </a:r>
            <a:br>
              <a:rPr lang="en-US" sz="2400" b="1" dirty="0">
                <a:solidFill>
                  <a:srgbClr val="0F4761"/>
                </a:solidFill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D60FC0-7D0B-296B-A289-32D527DDA5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977" y="669853"/>
            <a:ext cx="6220046" cy="4136065"/>
          </a:xfrm>
        </p:spPr>
        <p:txBody>
          <a:bodyPr/>
          <a:lstStyle/>
          <a:p>
            <a:pPr marL="0" marR="0" algn="just" rtl="1">
              <a:lnSpc>
                <a:spcPct val="115000"/>
              </a:lnSpc>
              <a:spcBef>
                <a:spcPts val="0"/>
              </a:spcBef>
            </a:pPr>
            <a:r>
              <a:rPr lang="en-GB" sz="2400" dirty="0"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-</a:t>
            </a:r>
            <a:r>
              <a:rPr lang="ps-AF" sz="2400" dirty="0"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 </a:t>
            </a:r>
            <a:r>
              <a:rPr lang="ps-AF" sz="2400" dirty="0"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ادبي ټوټه د هنري نثر لنډ ژانر دی چې پکې ژبه شاعرانه او هنري وي.</a:t>
            </a:r>
            <a:endParaRPr lang="en-US" sz="2400" dirty="0">
              <a:effectLst/>
              <a:latin typeface="Bahij Nazanin" panose="02040503050201020203" pitchFamily="18" charset="-78"/>
              <a:ea typeface="Times New Roman" panose="02020603050405020304" pitchFamily="18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</a:pPr>
            <a:r>
              <a:rPr lang="ps-AF" sz="2400" dirty="0"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- ادبپوهان ادبي ټوټه منثور شعر ګڼي او وايي‌ چې له وزن، قافیې او ردیف پرته د شعر نورې ټولې ځانګړنې لري.</a:t>
            </a:r>
            <a:endParaRPr lang="en-US" sz="2400" dirty="0">
              <a:effectLst/>
              <a:latin typeface="Bahij Nazanin" panose="02040503050201020203" pitchFamily="18" charset="-78"/>
              <a:ea typeface="Times New Roman" panose="02020603050405020304" pitchFamily="18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</a:pPr>
            <a:r>
              <a:rPr lang="ps-AF" sz="2400" dirty="0"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 - د نورو ژبو د شعرونو د ژباړې لپاره تر ټولو ښه چوکاټ او فورم همدا ادبي ټوټه ده.</a:t>
            </a:r>
            <a:endParaRPr lang="en-US" sz="2400" dirty="0">
              <a:effectLst/>
              <a:latin typeface="Bahij Nazanin" panose="02040503050201020203" pitchFamily="18" charset="-78"/>
              <a:ea typeface="Times New Roman" panose="02020603050405020304" pitchFamily="18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</a:pPr>
            <a:r>
              <a:rPr lang="ps-AF" sz="2400" dirty="0"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 - دا نظر هم شته چې د ادبي ټوټې د پیدایښت لامل هم ژباړه ده. </a:t>
            </a:r>
            <a:endParaRPr lang="en-US" sz="2400" dirty="0">
              <a:effectLst/>
              <a:latin typeface="Bahij Nazanin" panose="02040503050201020203" pitchFamily="18" charset="-78"/>
              <a:ea typeface="Times New Roman" panose="02020603050405020304" pitchFamily="18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</a:pPr>
            <a:r>
              <a:rPr lang="ps-AF" sz="2400" dirty="0"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- موضوع یې مینه وي،‌ خو  کله پکې حماسي، طنزي، فلسفي،‌ سیاسي او نور موضوعات هم راځي. </a:t>
            </a:r>
            <a:endParaRPr lang="en-US" sz="2400" dirty="0">
              <a:effectLst/>
              <a:latin typeface="Bahij Nazanin" panose="02040503050201020203" pitchFamily="18" charset="-78"/>
              <a:ea typeface="Times New Roman" panose="02020603050405020304" pitchFamily="18" charset="0"/>
              <a:cs typeface="Bahij Nazanin" panose="02040503050201020203" pitchFamily="18" charset="-78"/>
            </a:endParaRPr>
          </a:p>
          <a:p>
            <a:pPr marL="457200" marR="0" indent="-34290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ubik"/>
              <a:buNone/>
            </a:pPr>
            <a:endParaRPr lang="en-US" sz="2400" dirty="0">
              <a:latin typeface="Bahij Nazanin" panose="02040503050201020203" pitchFamily="18" charset="-78"/>
              <a:cs typeface="Bahij Nazanin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713410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640ED-924D-5D1D-E9DA-43B52FE16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669" y="204090"/>
            <a:ext cx="5814047" cy="529555"/>
          </a:xfrm>
        </p:spPr>
        <p:txBody>
          <a:bodyPr/>
          <a:lstStyle/>
          <a:p>
            <a:pPr marR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Merriweather"/>
              <a:buNone/>
            </a:pPr>
            <a:r>
              <a:rPr lang="ps-AF" sz="2800" dirty="0">
                <a:latin typeface="Bahij Nazanin" panose="02040503050201020203" pitchFamily="18" charset="-78"/>
                <a:cs typeface="Bahij Nazanin" panose="02040503050201020203" pitchFamily="18" charset="-78"/>
              </a:rPr>
              <a:t>ادامه ...</a:t>
            </a:r>
            <a:endParaRPr lang="en-US" sz="2800" dirty="0">
              <a:latin typeface="Bahij Nazanin" panose="02040503050201020203" pitchFamily="18" charset="-78"/>
              <a:cs typeface="Bahij Nazanin" panose="02040503050201020203" pitchFamily="18" charset="-7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46732F-D2B6-11B4-E7B8-947AB95A52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326" y="978198"/>
            <a:ext cx="6655981" cy="3838354"/>
          </a:xfrm>
        </p:spPr>
        <p:txBody>
          <a:bodyPr/>
          <a:lstStyle/>
          <a:p>
            <a:pPr marL="0" marR="0" algn="just" rtl="1">
              <a:lnSpc>
                <a:spcPct val="115000"/>
              </a:lnSpc>
              <a:spcBef>
                <a:spcPts val="0"/>
              </a:spcBef>
            </a:pPr>
            <a:r>
              <a:rPr lang="en-GB" sz="2400" dirty="0"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-</a:t>
            </a:r>
            <a:r>
              <a:rPr lang="ps-AF" sz="2400" dirty="0"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 </a:t>
            </a:r>
            <a:r>
              <a:rPr lang="ps-AF" sz="2400" dirty="0"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ادبي ټوټه کوم ځانګړی شکلي جوړښت نه لري.</a:t>
            </a:r>
            <a:endParaRPr lang="en-US" sz="2400" dirty="0">
              <a:effectLst/>
              <a:latin typeface="Bahij Nazanin" panose="02040503050201020203" pitchFamily="18" charset="-78"/>
              <a:ea typeface="Times New Roman" panose="02020603050405020304" pitchFamily="18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</a:pPr>
            <a:r>
              <a:rPr lang="ps-AF" sz="2400" dirty="0"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- د ادبي ټوټې جوړښت کله کیسه‌ییز وي او د یوې کیسې بڼه لري.</a:t>
            </a:r>
            <a:endParaRPr lang="en-US" sz="2400" dirty="0">
              <a:effectLst/>
              <a:latin typeface="Bahij Nazanin" panose="02040503050201020203" pitchFamily="18" charset="-78"/>
              <a:ea typeface="Times New Roman" panose="02020603050405020304" pitchFamily="18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</a:pPr>
            <a:r>
              <a:rPr lang="ps-AF" sz="2400" dirty="0"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 - خو هغسې نه چې د لنډې کیسې ټول توکي دې پکې مراعات شي. </a:t>
            </a:r>
            <a:endParaRPr lang="en-US" sz="2400" dirty="0">
              <a:effectLst/>
              <a:latin typeface="Bahij Nazanin" panose="02040503050201020203" pitchFamily="18" charset="-78"/>
              <a:ea typeface="Times New Roman" panose="02020603050405020304" pitchFamily="18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</a:pPr>
            <a:r>
              <a:rPr lang="ps-AF" sz="2400" dirty="0"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- کله هم له شکلي اړخه یو تصویري پاراګراف ته ورته وي.</a:t>
            </a:r>
            <a:endParaRPr lang="en-US" sz="2400" dirty="0">
              <a:effectLst/>
              <a:latin typeface="Bahij Nazanin" panose="02040503050201020203" pitchFamily="18" charset="-78"/>
              <a:ea typeface="Times New Roman" panose="02020603050405020304" pitchFamily="18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</a:pPr>
            <a:r>
              <a:rPr lang="ps-AF" sz="2400" dirty="0"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- د لوستونکي مخ ته د یوې صحنې تابلو ږدي او لوستونکي فکر کوي‌ چې پخپله په هغه صحنه کې دي. </a:t>
            </a:r>
            <a:endParaRPr lang="en-US" sz="2400" dirty="0">
              <a:effectLst/>
              <a:latin typeface="Bahij Nazanin" panose="02040503050201020203" pitchFamily="18" charset="-78"/>
              <a:ea typeface="Times New Roman" panose="02020603050405020304" pitchFamily="18" charset="0"/>
              <a:cs typeface="Bahij Nazanin" panose="02040503050201020203" pitchFamily="18" charset="-78"/>
            </a:endParaRPr>
          </a:p>
          <a:p>
            <a:pPr marL="457200" marR="0" indent="-34290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ubik"/>
              <a:buNone/>
            </a:pPr>
            <a:endParaRPr lang="en-US" sz="2400" dirty="0">
              <a:latin typeface="Bahij Nazanin" panose="02040503050201020203" pitchFamily="18" charset="-78"/>
              <a:cs typeface="Bahij Nazanin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507046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AF521-5AF0-A6A5-3324-2BFCC81F8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669" y="1"/>
            <a:ext cx="5877843" cy="680483"/>
          </a:xfrm>
        </p:spPr>
        <p:txBody>
          <a:bodyPr/>
          <a:lstStyle/>
          <a:p>
            <a:pPr algn="r" rtl="1"/>
            <a:r>
              <a:rPr lang="ar-SA" sz="2800" b="1" dirty="0" err="1">
                <a:solidFill>
                  <a:srgbClr val="0F4761"/>
                </a:solidFill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لنډه</a:t>
            </a:r>
            <a:r>
              <a:rPr lang="ar-SA" sz="2800" b="1" dirty="0">
                <a:solidFill>
                  <a:srgbClr val="0F4761"/>
                </a:solidFill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 </a:t>
            </a:r>
            <a:r>
              <a:rPr lang="ar-SA" sz="2800" b="1" dirty="0" err="1">
                <a:solidFill>
                  <a:srgbClr val="0F4761"/>
                </a:solidFill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  <a:t>کیسه</a:t>
            </a:r>
            <a:br>
              <a:rPr lang="en-US" sz="2800" b="1" dirty="0">
                <a:solidFill>
                  <a:srgbClr val="0F4761"/>
                </a:solidFill>
                <a:effectLst/>
                <a:latin typeface="Bahij Nazanin" panose="02040503050201020203" pitchFamily="18" charset="-78"/>
                <a:ea typeface="Times New Roman" panose="02020603050405020304" pitchFamily="18" charset="0"/>
                <a:cs typeface="Bahij Nazanin" panose="02040503050201020203" pitchFamily="18" charset="-78"/>
              </a:rPr>
            </a:br>
            <a:endParaRPr lang="en-US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FB927E-2095-D313-D12F-04E56B073B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487" y="680484"/>
            <a:ext cx="6539025" cy="4125431"/>
          </a:xfrm>
        </p:spPr>
        <p:txBody>
          <a:bodyPr/>
          <a:lstStyle/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en-GB" sz="2400" dirty="0"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-</a:t>
            </a:r>
            <a:r>
              <a:rPr lang="ps-AF" sz="2400" dirty="0"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ps-AF" sz="24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لنډه کیسه لکه له نامه یې چې ښکاري لنډه وي. </a:t>
            </a:r>
            <a:endParaRPr lang="en-US" sz="2400" dirty="0">
              <a:effectLst/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4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- لنډه کیسه ښايي څو جملې وي،‌ ښايي سلګونه کلمې وي او یا هم ښايي خبره یې تر زرګونو کلمو ورسېږي. </a:t>
            </a:r>
            <a:endParaRPr lang="en-US" sz="2400" dirty="0">
              <a:effectLst/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4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- د لسګونو زرو کلمو لرونکې لنډه کیسه ډېره کمه لیدل شوې او معمول نه ده،.</a:t>
            </a:r>
            <a:endParaRPr lang="en-US" sz="2400" dirty="0">
              <a:effectLst/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4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- لنډه کیسه د اوږدوالي په لحاظ له څو جملو را نیولې تر زرګونو کلمو پورې وي.</a:t>
            </a:r>
            <a:endParaRPr lang="en-US" sz="2400" dirty="0">
              <a:effectLst/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4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- کیسه‌ګۍ معمولاًپه دوو – پینځو جملو کې بیانېږي.</a:t>
            </a:r>
            <a:endParaRPr lang="en-US" sz="2400" dirty="0">
              <a:effectLst/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457200" marR="0" indent="-34290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ubik"/>
              <a:buNone/>
            </a:pPr>
            <a:endParaRPr lang="en-US" sz="2400" dirty="0">
              <a:latin typeface="Bahij Nazanin" panose="02040503050201020203" pitchFamily="18" charset="-78"/>
              <a:cs typeface="Bahij Nazanin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390530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6C4AF-2932-1D8E-239A-09E702D24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669" y="297712"/>
            <a:ext cx="5686457" cy="563525"/>
          </a:xfrm>
        </p:spPr>
        <p:txBody>
          <a:bodyPr/>
          <a:lstStyle/>
          <a:p>
            <a:pPr marR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Merriweather"/>
              <a:buNone/>
            </a:pPr>
            <a:r>
              <a:rPr lang="ps-AF" sz="3200" b="1" dirty="0">
                <a:latin typeface="Bahij Nazanin" panose="02040503050201020203" pitchFamily="18" charset="-78"/>
                <a:cs typeface="Bahij Nazanin" panose="02040503050201020203" pitchFamily="18" charset="-78"/>
              </a:rPr>
              <a:t>ادامه...</a:t>
            </a:r>
            <a:endParaRPr lang="en-US" sz="3200" b="1" dirty="0">
              <a:latin typeface="Bahij Nazanin" panose="02040503050201020203" pitchFamily="18" charset="-78"/>
              <a:cs typeface="Bahij Nazanin" panose="02040503050201020203" pitchFamily="18" charset="-7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6A51D4-CE81-6F33-94A7-A13ACC90AC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857" y="861237"/>
            <a:ext cx="6220046" cy="3891516"/>
          </a:xfrm>
        </p:spPr>
        <p:txBody>
          <a:bodyPr/>
          <a:lstStyle/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en-GB" sz="2400" dirty="0"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-</a:t>
            </a:r>
            <a:r>
              <a:rPr lang="ps-AF" sz="2400" dirty="0"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</a:t>
            </a:r>
            <a:r>
              <a:rPr lang="ps-AF" sz="24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لنډه‌کۍ‌ کیسه (</a:t>
            </a:r>
            <a:r>
              <a:rPr lang="en-GB" sz="24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Flash Fiction</a:t>
            </a:r>
            <a:r>
              <a:rPr lang="ps-AF" sz="24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) معمولاً اته – نه سوه کلمې وي چې د کتاب په دوو مخونو کې ځایېږي.</a:t>
            </a:r>
            <a:endParaRPr lang="en-US" sz="2400" dirty="0">
              <a:effectLst/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4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- لنډه کیسه بیا له زرو څخه تر زرګونو کلموې پورې وي. </a:t>
            </a:r>
            <a:endParaRPr lang="en-US" sz="2400" dirty="0">
              <a:effectLst/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4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- زموږ لنډې کیسې معمولاًیو نیم زر – دوه زره کلمې وي.</a:t>
            </a:r>
            <a:endParaRPr lang="en-US" sz="2400" dirty="0">
              <a:effectLst/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4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- د اوسنیو غربي لیکوالو لنډې کیسې غالبا تر دوه نیم زرو زیاتې کلمې لري. </a:t>
            </a:r>
            <a:endParaRPr lang="en-US" sz="2400" dirty="0">
              <a:effectLst/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4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- د لنډو کیسو نسبتاً اوږدې بڼې هم شته چې ممکن تر لسو زرو کلمو پورې ورسېږي.» </a:t>
            </a:r>
            <a:endParaRPr lang="en-US" sz="2400" dirty="0">
              <a:effectLst/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457200" marR="0" indent="-34290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ubik"/>
              <a:buNone/>
            </a:pPr>
            <a:endParaRPr lang="en-US" sz="2400" dirty="0">
              <a:latin typeface="Bahij Nazanin" panose="02040503050201020203" pitchFamily="18" charset="-78"/>
              <a:cs typeface="Bahij Nazanin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620511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BA100-497F-4745-5272-AC3943378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670" y="308345"/>
            <a:ext cx="5601396" cy="744279"/>
          </a:xfrm>
        </p:spPr>
        <p:txBody>
          <a:bodyPr/>
          <a:lstStyle/>
          <a:p>
            <a:pPr marR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Merriweather"/>
              <a:buNone/>
            </a:pPr>
            <a:r>
              <a:rPr lang="ps-AF" sz="2800" b="1" dirty="0">
                <a:latin typeface="Bahij Nazanin" panose="02040503050201020203" pitchFamily="18" charset="-78"/>
                <a:cs typeface="Bahij Nazanin" panose="02040503050201020203" pitchFamily="18" charset="-78"/>
              </a:rPr>
              <a:t>ادامه...</a:t>
            </a:r>
            <a:endParaRPr lang="en-US" sz="2800" b="1" dirty="0">
              <a:latin typeface="Bahij Nazanin" panose="02040503050201020203" pitchFamily="18" charset="-78"/>
              <a:cs typeface="Bahij Nazanin" panose="02040503050201020203" pitchFamily="18" charset="-7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EC9B94-444D-B15C-9A19-CC99A8DB97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3284" y="850609"/>
            <a:ext cx="6347638" cy="3442625"/>
          </a:xfrm>
        </p:spPr>
        <p:txBody>
          <a:bodyPr/>
          <a:lstStyle/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400" dirty="0">
                <a:latin typeface="Aptos" panose="020B0004020202020204" pitchFamily="34" charset="0"/>
                <a:ea typeface="Aptos" panose="020B0004020202020204" pitchFamily="34" charset="0"/>
                <a:cs typeface="Bahij Nazanin" panose="02040503050201020203" pitchFamily="18" charset="-78"/>
              </a:rPr>
              <a:t>- </a:t>
            </a:r>
            <a:r>
              <a:rPr lang="ps-AF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Bahij Nazanin" panose="02040503050201020203" pitchFamily="18" charset="-78"/>
              </a:rPr>
              <a:t>په لنډه کیسه کې دا مه هېروئ چې تخیلي ژانر دی.</a:t>
            </a:r>
            <a:endParaRPr lang="en-US" sz="24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Bahij Nazanin" panose="02040503050201020203" pitchFamily="18" charset="-78"/>
              </a:rPr>
              <a:t>- که ستاسې کیسه خیال ونه لري او سل سلنه واقعیت وي، نو لنډه کیسه نه ده. </a:t>
            </a:r>
            <a:endParaRPr lang="en-US" sz="24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Bahij Nazanin" panose="02040503050201020203" pitchFamily="18" charset="-78"/>
              </a:rPr>
              <a:t>- پخه خبره دا ده چې لنډه کیسه د خیال او واقعیت ګډه ټولګه ده.</a:t>
            </a:r>
            <a:endParaRPr lang="en-US" sz="24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Bahij Nazanin" panose="02040503050201020203" pitchFamily="18" charset="-78"/>
              </a:rPr>
              <a:t> - دا مه هېروئ چې د خیالي مانا دا نه ده چې د پېښدو شونتیا یې نه وي.</a:t>
            </a:r>
            <a:endParaRPr lang="en-US" sz="24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457200" marR="0" indent="-34290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ubik"/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96579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04565-75F8-834E-0AFB-0DA76214F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669" y="148858"/>
            <a:ext cx="5856578" cy="701415"/>
          </a:xfrm>
        </p:spPr>
        <p:txBody>
          <a:bodyPr/>
          <a:lstStyle/>
          <a:p>
            <a:pPr marR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Merriweather"/>
              <a:buNone/>
            </a:pPr>
            <a:r>
              <a:rPr lang="ps-AF" sz="2800" b="1" dirty="0">
                <a:latin typeface="Bahij Nazanin" panose="02040503050201020203" pitchFamily="18" charset="-78"/>
                <a:cs typeface="Bahij Nazanin" panose="02040503050201020203" pitchFamily="18" charset="-78"/>
              </a:rPr>
              <a:t>ادامه...</a:t>
            </a:r>
            <a:endParaRPr lang="en-US" sz="2800" b="1" dirty="0">
              <a:latin typeface="Bahij Nazanin" panose="02040503050201020203" pitchFamily="18" charset="-78"/>
              <a:cs typeface="Bahij Nazanin" panose="02040503050201020203" pitchFamily="18" charset="-7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2FDED0-8909-DD89-3BAF-63E7F31AD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0753" y="882511"/>
            <a:ext cx="6496494" cy="3687174"/>
          </a:xfrm>
        </p:spPr>
        <p:txBody>
          <a:bodyPr/>
          <a:lstStyle/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en-GB" sz="24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-</a:t>
            </a:r>
            <a:r>
              <a:rPr lang="ps-AF" sz="24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 د لنډې کیسې پيل باید جالب وي او لوستونکي د کیسې منځ ته کش کړي.</a:t>
            </a:r>
            <a:endParaRPr lang="en-US" sz="2400" dirty="0">
              <a:effectLst/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4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- په کیسو کې باید تلوسه وساتل شي.</a:t>
            </a:r>
            <a:endParaRPr lang="en-US" sz="2400" dirty="0">
              <a:effectLst/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4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- د کیسې نور توکي لکه ټکر، غوټه، اوج هم باید هېر نه شي.</a:t>
            </a:r>
            <a:endParaRPr lang="en-US" sz="2400" dirty="0">
              <a:effectLst/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4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‌ - د کیسې چې څومره پیل مهم دی، همدومره یې پای هم مهم دی. </a:t>
            </a:r>
            <a:endParaRPr lang="en-US" sz="2400" dirty="0">
              <a:effectLst/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0" marR="0" algn="just" rtl="1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lang="ps-AF" sz="2400" dirty="0">
                <a:effectLst/>
                <a:latin typeface="Bahij Nazanin" panose="02040503050201020203" pitchFamily="18" charset="-78"/>
                <a:ea typeface="Aptos" panose="020B0004020202020204" pitchFamily="34" charset="0"/>
                <a:cs typeface="Bahij Nazanin" panose="02040503050201020203" pitchFamily="18" charset="-78"/>
              </a:rPr>
              <a:t>- د کیسې ژبه هم مهمه ده چې باید ساده، روانه او کیسه‌ییزه وي. </a:t>
            </a:r>
            <a:endParaRPr lang="en-US" sz="2400" dirty="0">
              <a:effectLst/>
              <a:latin typeface="Bahij Nazanin" panose="02040503050201020203" pitchFamily="18" charset="-78"/>
              <a:ea typeface="Aptos" panose="020B0004020202020204" pitchFamily="34" charset="0"/>
              <a:cs typeface="Bahij Nazanin" panose="02040503050201020203" pitchFamily="18" charset="-78"/>
            </a:endParaRPr>
          </a:p>
          <a:p>
            <a:pPr marL="457200" marR="0" indent="-34290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ubik"/>
              <a:buNone/>
            </a:pPr>
            <a:endParaRPr lang="en-US" sz="2400" dirty="0">
              <a:latin typeface="Bahij Nazanin" panose="02040503050201020203" pitchFamily="18" charset="-78"/>
              <a:cs typeface="Bahij Nazanin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850973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8" name="Google Shape;8688;p36"/>
          <p:cNvSpPr txBox="1">
            <a:spLocks noGrp="1"/>
          </p:cNvSpPr>
          <p:nvPr>
            <p:ph type="subTitle" idx="1"/>
          </p:nvPr>
        </p:nvSpPr>
        <p:spPr>
          <a:xfrm>
            <a:off x="1755319" y="2042506"/>
            <a:ext cx="3424500" cy="681860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/>
          <a:p>
            <a:pPr marL="0" indent="0"/>
            <a:r>
              <a:rPr lang="prs-AF" sz="3600" b="1" dirty="0">
                <a:latin typeface="Bahij Nazanin" panose="02040503050201020203" pitchFamily="18" charset="-78"/>
                <a:cs typeface="Bahij Nazanin" panose="02040503050201020203" pitchFamily="18" charset="-78"/>
              </a:rPr>
              <a:t>پای </a:t>
            </a:r>
            <a:endParaRPr lang="en-US" sz="3600" b="1" dirty="0">
              <a:latin typeface="Bahij Nazanin" panose="02040503050201020203" pitchFamily="18" charset="-78"/>
              <a:cs typeface="Bahij Nazanin" panose="02040503050201020203" pitchFamily="18" charset="-78"/>
            </a:endParaRPr>
          </a:p>
        </p:txBody>
      </p:sp>
      <p:grpSp>
        <p:nvGrpSpPr>
          <p:cNvPr id="8689" name="Google Shape;8689;p36"/>
          <p:cNvGrpSpPr/>
          <p:nvPr/>
        </p:nvGrpSpPr>
        <p:grpSpPr>
          <a:xfrm>
            <a:off x="632741" y="1821916"/>
            <a:ext cx="1045440" cy="690128"/>
            <a:chOff x="3463225" y="1863975"/>
            <a:chExt cx="1899850" cy="1254150"/>
          </a:xfrm>
        </p:grpSpPr>
        <p:sp>
          <p:nvSpPr>
            <p:cNvPr id="8690" name="Google Shape;8690;p36"/>
            <p:cNvSpPr/>
            <p:nvPr/>
          </p:nvSpPr>
          <p:spPr>
            <a:xfrm>
              <a:off x="3463225" y="1863975"/>
              <a:ext cx="1014900" cy="1254150"/>
            </a:xfrm>
            <a:custGeom>
              <a:avLst/>
              <a:gdLst/>
              <a:ahLst/>
              <a:cxnLst/>
              <a:rect l="l" t="t" r="r" b="b"/>
              <a:pathLst>
                <a:path w="40596" h="50166" extrusionOk="0">
                  <a:moveTo>
                    <a:pt x="25170" y="5683"/>
                  </a:moveTo>
                  <a:lnTo>
                    <a:pt x="25170" y="5683"/>
                  </a:lnTo>
                  <a:cubicBezTo>
                    <a:pt x="24515" y="6790"/>
                    <a:pt x="23979" y="7981"/>
                    <a:pt x="23515" y="9183"/>
                  </a:cubicBezTo>
                  <a:cubicBezTo>
                    <a:pt x="23551" y="8826"/>
                    <a:pt x="23587" y="8469"/>
                    <a:pt x="23622" y="8112"/>
                  </a:cubicBezTo>
                  <a:cubicBezTo>
                    <a:pt x="23646" y="7838"/>
                    <a:pt x="23527" y="7647"/>
                    <a:pt x="23348" y="7516"/>
                  </a:cubicBezTo>
                  <a:cubicBezTo>
                    <a:pt x="23944" y="6873"/>
                    <a:pt x="24563" y="6266"/>
                    <a:pt x="25170" y="5683"/>
                  </a:cubicBezTo>
                  <a:close/>
                  <a:moveTo>
                    <a:pt x="19503" y="12386"/>
                  </a:moveTo>
                  <a:lnTo>
                    <a:pt x="19503" y="12386"/>
                  </a:lnTo>
                  <a:cubicBezTo>
                    <a:pt x="18503" y="14529"/>
                    <a:pt x="17669" y="16756"/>
                    <a:pt x="17038" y="19018"/>
                  </a:cubicBezTo>
                  <a:cubicBezTo>
                    <a:pt x="16979" y="18887"/>
                    <a:pt x="16859" y="18792"/>
                    <a:pt x="16729" y="18780"/>
                  </a:cubicBezTo>
                  <a:cubicBezTo>
                    <a:pt x="16740" y="18661"/>
                    <a:pt x="16740" y="18530"/>
                    <a:pt x="16764" y="18411"/>
                  </a:cubicBezTo>
                  <a:cubicBezTo>
                    <a:pt x="16788" y="18101"/>
                    <a:pt x="16621" y="17863"/>
                    <a:pt x="16407" y="17708"/>
                  </a:cubicBezTo>
                  <a:cubicBezTo>
                    <a:pt x="17312" y="15863"/>
                    <a:pt x="18348" y="14077"/>
                    <a:pt x="19503" y="12386"/>
                  </a:cubicBezTo>
                  <a:close/>
                  <a:moveTo>
                    <a:pt x="21527" y="16113"/>
                  </a:moveTo>
                  <a:lnTo>
                    <a:pt x="21527" y="16113"/>
                  </a:lnTo>
                  <a:cubicBezTo>
                    <a:pt x="21467" y="19030"/>
                    <a:pt x="21598" y="21970"/>
                    <a:pt x="22098" y="24780"/>
                  </a:cubicBezTo>
                  <a:cubicBezTo>
                    <a:pt x="22039" y="24780"/>
                    <a:pt x="21967" y="24792"/>
                    <a:pt x="21908" y="24792"/>
                  </a:cubicBezTo>
                  <a:cubicBezTo>
                    <a:pt x="21312" y="23316"/>
                    <a:pt x="20824" y="21792"/>
                    <a:pt x="20419" y="20208"/>
                  </a:cubicBezTo>
                  <a:cubicBezTo>
                    <a:pt x="20765" y="18851"/>
                    <a:pt x="21134" y="17482"/>
                    <a:pt x="21527" y="16113"/>
                  </a:cubicBezTo>
                  <a:close/>
                  <a:moveTo>
                    <a:pt x="20038" y="21875"/>
                  </a:moveTo>
                  <a:cubicBezTo>
                    <a:pt x="20288" y="22923"/>
                    <a:pt x="20598" y="23935"/>
                    <a:pt x="20943" y="24923"/>
                  </a:cubicBezTo>
                  <a:cubicBezTo>
                    <a:pt x="20408" y="25030"/>
                    <a:pt x="19884" y="25197"/>
                    <a:pt x="19360" y="25423"/>
                  </a:cubicBezTo>
                  <a:cubicBezTo>
                    <a:pt x="19526" y="24245"/>
                    <a:pt x="19765" y="23054"/>
                    <a:pt x="20038" y="21875"/>
                  </a:cubicBezTo>
                  <a:close/>
                  <a:moveTo>
                    <a:pt x="21205" y="11398"/>
                  </a:moveTo>
                  <a:lnTo>
                    <a:pt x="21205" y="11398"/>
                  </a:lnTo>
                  <a:cubicBezTo>
                    <a:pt x="19860" y="16553"/>
                    <a:pt x="18288" y="21506"/>
                    <a:pt x="17776" y="26340"/>
                  </a:cubicBezTo>
                  <a:cubicBezTo>
                    <a:pt x="17657" y="26435"/>
                    <a:pt x="17550" y="26531"/>
                    <a:pt x="17443" y="26626"/>
                  </a:cubicBezTo>
                  <a:cubicBezTo>
                    <a:pt x="17491" y="21482"/>
                    <a:pt x="19050" y="16208"/>
                    <a:pt x="21205" y="11398"/>
                  </a:cubicBezTo>
                  <a:close/>
                  <a:moveTo>
                    <a:pt x="14764" y="23292"/>
                  </a:moveTo>
                  <a:lnTo>
                    <a:pt x="14764" y="23292"/>
                  </a:lnTo>
                  <a:cubicBezTo>
                    <a:pt x="14704" y="24983"/>
                    <a:pt x="14740" y="26697"/>
                    <a:pt x="14859" y="28364"/>
                  </a:cubicBezTo>
                  <a:cubicBezTo>
                    <a:pt x="14824" y="28281"/>
                    <a:pt x="14776" y="28197"/>
                    <a:pt x="14740" y="28102"/>
                  </a:cubicBezTo>
                  <a:cubicBezTo>
                    <a:pt x="14666" y="27944"/>
                    <a:pt x="14517" y="27860"/>
                    <a:pt x="14376" y="27860"/>
                  </a:cubicBezTo>
                  <a:cubicBezTo>
                    <a:pt x="14358" y="27860"/>
                    <a:pt x="14341" y="27861"/>
                    <a:pt x="14323" y="27864"/>
                  </a:cubicBezTo>
                  <a:cubicBezTo>
                    <a:pt x="14157" y="26531"/>
                    <a:pt x="14216" y="25185"/>
                    <a:pt x="14585" y="23840"/>
                  </a:cubicBezTo>
                  <a:cubicBezTo>
                    <a:pt x="14645" y="23661"/>
                    <a:pt x="14704" y="23471"/>
                    <a:pt x="14764" y="23292"/>
                  </a:cubicBezTo>
                  <a:close/>
                  <a:moveTo>
                    <a:pt x="21551" y="26566"/>
                  </a:moveTo>
                  <a:cubicBezTo>
                    <a:pt x="21670" y="26876"/>
                    <a:pt x="21824" y="27185"/>
                    <a:pt x="21943" y="27507"/>
                  </a:cubicBezTo>
                  <a:cubicBezTo>
                    <a:pt x="20836" y="27638"/>
                    <a:pt x="19884" y="28126"/>
                    <a:pt x="19229" y="29138"/>
                  </a:cubicBezTo>
                  <a:cubicBezTo>
                    <a:pt x="19705" y="27638"/>
                    <a:pt x="20479" y="26792"/>
                    <a:pt x="21551" y="26566"/>
                  </a:cubicBezTo>
                  <a:close/>
                  <a:moveTo>
                    <a:pt x="25896" y="25507"/>
                  </a:moveTo>
                  <a:lnTo>
                    <a:pt x="25896" y="25507"/>
                  </a:lnTo>
                  <a:cubicBezTo>
                    <a:pt x="29123" y="25911"/>
                    <a:pt x="32135" y="27483"/>
                    <a:pt x="34171" y="29793"/>
                  </a:cubicBezTo>
                  <a:cubicBezTo>
                    <a:pt x="33826" y="29555"/>
                    <a:pt x="33469" y="29364"/>
                    <a:pt x="33100" y="29233"/>
                  </a:cubicBezTo>
                  <a:cubicBezTo>
                    <a:pt x="33040" y="29209"/>
                    <a:pt x="32992" y="29198"/>
                    <a:pt x="32933" y="29198"/>
                  </a:cubicBezTo>
                  <a:cubicBezTo>
                    <a:pt x="31707" y="28364"/>
                    <a:pt x="30337" y="27721"/>
                    <a:pt x="28944" y="27340"/>
                  </a:cubicBezTo>
                  <a:cubicBezTo>
                    <a:pt x="27992" y="26578"/>
                    <a:pt x="26968" y="25959"/>
                    <a:pt x="25896" y="25507"/>
                  </a:cubicBezTo>
                  <a:close/>
                  <a:moveTo>
                    <a:pt x="28825" y="29364"/>
                  </a:moveTo>
                  <a:cubicBezTo>
                    <a:pt x="29563" y="30019"/>
                    <a:pt x="30302" y="30864"/>
                    <a:pt x="30945" y="31817"/>
                  </a:cubicBezTo>
                  <a:cubicBezTo>
                    <a:pt x="30075" y="30936"/>
                    <a:pt x="29123" y="30150"/>
                    <a:pt x="28135" y="29495"/>
                  </a:cubicBezTo>
                  <a:cubicBezTo>
                    <a:pt x="28349" y="29436"/>
                    <a:pt x="28587" y="29388"/>
                    <a:pt x="28825" y="29364"/>
                  </a:cubicBezTo>
                  <a:close/>
                  <a:moveTo>
                    <a:pt x="28147" y="31019"/>
                  </a:moveTo>
                  <a:lnTo>
                    <a:pt x="28147" y="31019"/>
                  </a:lnTo>
                  <a:cubicBezTo>
                    <a:pt x="28540" y="31329"/>
                    <a:pt x="28932" y="31686"/>
                    <a:pt x="29325" y="32115"/>
                  </a:cubicBezTo>
                  <a:cubicBezTo>
                    <a:pt x="30659" y="33400"/>
                    <a:pt x="31671" y="34889"/>
                    <a:pt x="32373" y="36567"/>
                  </a:cubicBezTo>
                  <a:cubicBezTo>
                    <a:pt x="31087" y="34615"/>
                    <a:pt x="29683" y="32805"/>
                    <a:pt x="28147" y="31019"/>
                  </a:cubicBezTo>
                  <a:close/>
                  <a:moveTo>
                    <a:pt x="26611" y="30138"/>
                  </a:moveTo>
                  <a:cubicBezTo>
                    <a:pt x="26718" y="30186"/>
                    <a:pt x="26825" y="30221"/>
                    <a:pt x="26908" y="30269"/>
                  </a:cubicBezTo>
                  <a:cubicBezTo>
                    <a:pt x="26670" y="30448"/>
                    <a:pt x="26539" y="30805"/>
                    <a:pt x="26789" y="31103"/>
                  </a:cubicBezTo>
                  <a:cubicBezTo>
                    <a:pt x="28397" y="33055"/>
                    <a:pt x="29778" y="35043"/>
                    <a:pt x="31076" y="37151"/>
                  </a:cubicBezTo>
                  <a:cubicBezTo>
                    <a:pt x="30790" y="36948"/>
                    <a:pt x="30528" y="36758"/>
                    <a:pt x="30254" y="36556"/>
                  </a:cubicBezTo>
                  <a:cubicBezTo>
                    <a:pt x="29218" y="34210"/>
                    <a:pt x="27468" y="31888"/>
                    <a:pt x="25706" y="30793"/>
                  </a:cubicBezTo>
                  <a:cubicBezTo>
                    <a:pt x="25992" y="30543"/>
                    <a:pt x="26301" y="30329"/>
                    <a:pt x="26611" y="30138"/>
                  </a:cubicBezTo>
                  <a:close/>
                  <a:moveTo>
                    <a:pt x="20693" y="30864"/>
                  </a:moveTo>
                  <a:cubicBezTo>
                    <a:pt x="20515" y="31567"/>
                    <a:pt x="20431" y="32365"/>
                    <a:pt x="20467" y="33293"/>
                  </a:cubicBezTo>
                  <a:cubicBezTo>
                    <a:pt x="20539" y="34686"/>
                    <a:pt x="21146" y="36294"/>
                    <a:pt x="22074" y="37818"/>
                  </a:cubicBezTo>
                  <a:cubicBezTo>
                    <a:pt x="21622" y="37449"/>
                    <a:pt x="21193" y="37056"/>
                    <a:pt x="20789" y="36663"/>
                  </a:cubicBezTo>
                  <a:cubicBezTo>
                    <a:pt x="19919" y="34984"/>
                    <a:pt x="19646" y="33174"/>
                    <a:pt x="20003" y="31222"/>
                  </a:cubicBezTo>
                  <a:cubicBezTo>
                    <a:pt x="20241" y="31091"/>
                    <a:pt x="20467" y="30983"/>
                    <a:pt x="20693" y="30864"/>
                  </a:cubicBezTo>
                  <a:close/>
                  <a:moveTo>
                    <a:pt x="31326" y="29710"/>
                  </a:moveTo>
                  <a:cubicBezTo>
                    <a:pt x="31730" y="29888"/>
                    <a:pt x="32111" y="30126"/>
                    <a:pt x="32504" y="30400"/>
                  </a:cubicBezTo>
                  <a:cubicBezTo>
                    <a:pt x="33338" y="31865"/>
                    <a:pt x="35421" y="36056"/>
                    <a:pt x="35278" y="38889"/>
                  </a:cubicBezTo>
                  <a:cubicBezTo>
                    <a:pt x="35040" y="38996"/>
                    <a:pt x="34755" y="39115"/>
                    <a:pt x="34445" y="39258"/>
                  </a:cubicBezTo>
                  <a:cubicBezTo>
                    <a:pt x="34469" y="38973"/>
                    <a:pt x="34505" y="38699"/>
                    <a:pt x="34505" y="38377"/>
                  </a:cubicBezTo>
                  <a:cubicBezTo>
                    <a:pt x="34481" y="38103"/>
                    <a:pt x="34445" y="37806"/>
                    <a:pt x="34385" y="37508"/>
                  </a:cubicBezTo>
                  <a:cubicBezTo>
                    <a:pt x="34350" y="34829"/>
                    <a:pt x="33159" y="32007"/>
                    <a:pt x="31326" y="29710"/>
                  </a:cubicBezTo>
                  <a:close/>
                  <a:moveTo>
                    <a:pt x="24170" y="33984"/>
                  </a:moveTo>
                  <a:cubicBezTo>
                    <a:pt x="25182" y="36103"/>
                    <a:pt x="26575" y="38008"/>
                    <a:pt x="28301" y="39532"/>
                  </a:cubicBezTo>
                  <a:cubicBezTo>
                    <a:pt x="28444" y="39782"/>
                    <a:pt x="28587" y="40044"/>
                    <a:pt x="28742" y="40306"/>
                  </a:cubicBezTo>
                  <a:cubicBezTo>
                    <a:pt x="27754" y="39413"/>
                    <a:pt x="26825" y="38484"/>
                    <a:pt x="25944" y="37484"/>
                  </a:cubicBezTo>
                  <a:cubicBezTo>
                    <a:pt x="23860" y="36258"/>
                    <a:pt x="23289" y="35079"/>
                    <a:pt x="24170" y="33984"/>
                  </a:cubicBezTo>
                  <a:close/>
                  <a:moveTo>
                    <a:pt x="23634" y="36937"/>
                  </a:moveTo>
                  <a:lnTo>
                    <a:pt x="23634" y="36937"/>
                  </a:lnTo>
                  <a:cubicBezTo>
                    <a:pt x="24825" y="38234"/>
                    <a:pt x="26146" y="39425"/>
                    <a:pt x="26920" y="40330"/>
                  </a:cubicBezTo>
                  <a:cubicBezTo>
                    <a:pt x="26492" y="40139"/>
                    <a:pt x="26087" y="39830"/>
                    <a:pt x="25706" y="39365"/>
                  </a:cubicBezTo>
                  <a:cubicBezTo>
                    <a:pt x="24622" y="38699"/>
                    <a:pt x="23968" y="37841"/>
                    <a:pt x="23634" y="36937"/>
                  </a:cubicBezTo>
                  <a:close/>
                  <a:moveTo>
                    <a:pt x="13883" y="30805"/>
                  </a:moveTo>
                  <a:cubicBezTo>
                    <a:pt x="14454" y="32472"/>
                    <a:pt x="15312" y="34127"/>
                    <a:pt x="16359" y="35698"/>
                  </a:cubicBezTo>
                  <a:cubicBezTo>
                    <a:pt x="17086" y="37615"/>
                    <a:pt x="18098" y="39425"/>
                    <a:pt x="19526" y="41020"/>
                  </a:cubicBezTo>
                  <a:cubicBezTo>
                    <a:pt x="18086" y="40235"/>
                    <a:pt x="16788" y="39246"/>
                    <a:pt x="15752" y="37853"/>
                  </a:cubicBezTo>
                  <a:cubicBezTo>
                    <a:pt x="14693" y="36472"/>
                    <a:pt x="13942" y="35043"/>
                    <a:pt x="13811" y="33258"/>
                  </a:cubicBezTo>
                  <a:cubicBezTo>
                    <a:pt x="13764" y="32722"/>
                    <a:pt x="13740" y="31567"/>
                    <a:pt x="13883" y="30805"/>
                  </a:cubicBezTo>
                  <a:close/>
                  <a:moveTo>
                    <a:pt x="23968" y="42140"/>
                  </a:moveTo>
                  <a:lnTo>
                    <a:pt x="23968" y="42140"/>
                  </a:lnTo>
                  <a:cubicBezTo>
                    <a:pt x="25051" y="42961"/>
                    <a:pt x="26206" y="43604"/>
                    <a:pt x="27337" y="43961"/>
                  </a:cubicBezTo>
                  <a:cubicBezTo>
                    <a:pt x="27182" y="44080"/>
                    <a:pt x="27004" y="44164"/>
                    <a:pt x="26825" y="44259"/>
                  </a:cubicBezTo>
                  <a:cubicBezTo>
                    <a:pt x="25789" y="43783"/>
                    <a:pt x="24813" y="42973"/>
                    <a:pt x="23968" y="42140"/>
                  </a:cubicBezTo>
                  <a:close/>
                  <a:moveTo>
                    <a:pt x="15847" y="39925"/>
                  </a:moveTo>
                  <a:cubicBezTo>
                    <a:pt x="18110" y="41997"/>
                    <a:pt x="21122" y="43545"/>
                    <a:pt x="23920" y="44330"/>
                  </a:cubicBezTo>
                  <a:cubicBezTo>
                    <a:pt x="23932" y="44342"/>
                    <a:pt x="23950" y="44342"/>
                    <a:pt x="23969" y="44342"/>
                  </a:cubicBezTo>
                  <a:cubicBezTo>
                    <a:pt x="23988" y="44342"/>
                    <a:pt x="24009" y="44342"/>
                    <a:pt x="24027" y="44354"/>
                  </a:cubicBezTo>
                  <a:lnTo>
                    <a:pt x="24420" y="44664"/>
                  </a:lnTo>
                  <a:cubicBezTo>
                    <a:pt x="24229" y="44652"/>
                    <a:pt x="24027" y="44628"/>
                    <a:pt x="23825" y="44592"/>
                  </a:cubicBezTo>
                  <a:cubicBezTo>
                    <a:pt x="20419" y="44390"/>
                    <a:pt x="17693" y="42533"/>
                    <a:pt x="15847" y="39925"/>
                  </a:cubicBezTo>
                  <a:close/>
                  <a:moveTo>
                    <a:pt x="31588" y="43533"/>
                  </a:moveTo>
                  <a:cubicBezTo>
                    <a:pt x="31980" y="43759"/>
                    <a:pt x="32433" y="43914"/>
                    <a:pt x="32909" y="43973"/>
                  </a:cubicBezTo>
                  <a:cubicBezTo>
                    <a:pt x="32064" y="44522"/>
                    <a:pt x="31033" y="44846"/>
                    <a:pt x="29780" y="44846"/>
                  </a:cubicBezTo>
                  <a:cubicBezTo>
                    <a:pt x="29620" y="44846"/>
                    <a:pt x="29457" y="44841"/>
                    <a:pt x="29290" y="44830"/>
                  </a:cubicBezTo>
                  <a:cubicBezTo>
                    <a:pt x="29718" y="44604"/>
                    <a:pt x="30135" y="44330"/>
                    <a:pt x="30552" y="44033"/>
                  </a:cubicBezTo>
                  <a:cubicBezTo>
                    <a:pt x="30909" y="43914"/>
                    <a:pt x="31254" y="43759"/>
                    <a:pt x="31588" y="43533"/>
                  </a:cubicBezTo>
                  <a:close/>
                  <a:moveTo>
                    <a:pt x="21050" y="45759"/>
                  </a:moveTo>
                  <a:lnTo>
                    <a:pt x="21050" y="45759"/>
                  </a:lnTo>
                  <a:cubicBezTo>
                    <a:pt x="22009" y="46017"/>
                    <a:pt x="22990" y="46150"/>
                    <a:pt x="23973" y="46150"/>
                  </a:cubicBezTo>
                  <a:cubicBezTo>
                    <a:pt x="24759" y="46150"/>
                    <a:pt x="25547" y="46065"/>
                    <a:pt x="26325" y="45890"/>
                  </a:cubicBezTo>
                  <a:cubicBezTo>
                    <a:pt x="27075" y="46307"/>
                    <a:pt x="27849" y="46676"/>
                    <a:pt x="28623" y="46890"/>
                  </a:cubicBezTo>
                  <a:cubicBezTo>
                    <a:pt x="27936" y="47022"/>
                    <a:pt x="27234" y="47087"/>
                    <a:pt x="26528" y="47087"/>
                  </a:cubicBezTo>
                  <a:cubicBezTo>
                    <a:pt x="24676" y="47087"/>
                    <a:pt x="22792" y="46638"/>
                    <a:pt x="21050" y="45759"/>
                  </a:cubicBezTo>
                  <a:close/>
                  <a:moveTo>
                    <a:pt x="29377" y="0"/>
                  </a:moveTo>
                  <a:cubicBezTo>
                    <a:pt x="29260" y="0"/>
                    <a:pt x="29135" y="24"/>
                    <a:pt x="29004" y="75"/>
                  </a:cubicBezTo>
                  <a:cubicBezTo>
                    <a:pt x="12454" y="6397"/>
                    <a:pt x="0" y="43259"/>
                    <a:pt x="22860" y="49676"/>
                  </a:cubicBezTo>
                  <a:cubicBezTo>
                    <a:pt x="24041" y="50009"/>
                    <a:pt x="25216" y="50166"/>
                    <a:pt x="26363" y="50166"/>
                  </a:cubicBezTo>
                  <a:cubicBezTo>
                    <a:pt x="32982" y="50166"/>
                    <a:pt x="38707" y="44944"/>
                    <a:pt x="39529" y="38044"/>
                  </a:cubicBezTo>
                  <a:cubicBezTo>
                    <a:pt x="40596" y="29154"/>
                    <a:pt x="32624" y="22601"/>
                    <a:pt x="24283" y="22601"/>
                  </a:cubicBezTo>
                  <a:cubicBezTo>
                    <a:pt x="24245" y="22601"/>
                    <a:pt x="24208" y="22601"/>
                    <a:pt x="24170" y="22601"/>
                  </a:cubicBezTo>
                  <a:cubicBezTo>
                    <a:pt x="23622" y="15255"/>
                    <a:pt x="25932" y="9600"/>
                    <a:pt x="29802" y="3254"/>
                  </a:cubicBezTo>
                  <a:cubicBezTo>
                    <a:pt x="30052" y="2837"/>
                    <a:pt x="29980" y="2420"/>
                    <a:pt x="29754" y="2111"/>
                  </a:cubicBezTo>
                  <a:cubicBezTo>
                    <a:pt x="29778" y="2099"/>
                    <a:pt x="29813" y="2063"/>
                    <a:pt x="29837" y="2051"/>
                  </a:cubicBezTo>
                  <a:cubicBezTo>
                    <a:pt x="30727" y="1511"/>
                    <a:pt x="30316" y="0"/>
                    <a:pt x="293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91" name="Google Shape;8691;p36"/>
            <p:cNvSpPr/>
            <p:nvPr/>
          </p:nvSpPr>
          <p:spPr>
            <a:xfrm>
              <a:off x="4348450" y="1863975"/>
              <a:ext cx="1014625" cy="1254150"/>
            </a:xfrm>
            <a:custGeom>
              <a:avLst/>
              <a:gdLst/>
              <a:ahLst/>
              <a:cxnLst/>
              <a:rect l="l" t="t" r="r" b="b"/>
              <a:pathLst>
                <a:path w="40585" h="50166" extrusionOk="0">
                  <a:moveTo>
                    <a:pt x="25170" y="5683"/>
                  </a:moveTo>
                  <a:lnTo>
                    <a:pt x="25170" y="5683"/>
                  </a:lnTo>
                  <a:cubicBezTo>
                    <a:pt x="24503" y="6790"/>
                    <a:pt x="23980" y="7981"/>
                    <a:pt x="23515" y="9183"/>
                  </a:cubicBezTo>
                  <a:cubicBezTo>
                    <a:pt x="23539" y="8826"/>
                    <a:pt x="23587" y="8469"/>
                    <a:pt x="23622" y="8112"/>
                  </a:cubicBezTo>
                  <a:cubicBezTo>
                    <a:pt x="23646" y="7838"/>
                    <a:pt x="23527" y="7647"/>
                    <a:pt x="23349" y="7516"/>
                  </a:cubicBezTo>
                  <a:cubicBezTo>
                    <a:pt x="23944" y="6873"/>
                    <a:pt x="24551" y="6266"/>
                    <a:pt x="25170" y="5683"/>
                  </a:cubicBezTo>
                  <a:close/>
                  <a:moveTo>
                    <a:pt x="19491" y="12386"/>
                  </a:moveTo>
                  <a:lnTo>
                    <a:pt x="19491" y="12386"/>
                  </a:lnTo>
                  <a:cubicBezTo>
                    <a:pt x="18503" y="14529"/>
                    <a:pt x="17669" y="16756"/>
                    <a:pt x="17038" y="19018"/>
                  </a:cubicBezTo>
                  <a:cubicBezTo>
                    <a:pt x="16979" y="18887"/>
                    <a:pt x="16860" y="18792"/>
                    <a:pt x="16729" y="18780"/>
                  </a:cubicBezTo>
                  <a:cubicBezTo>
                    <a:pt x="16741" y="18661"/>
                    <a:pt x="16741" y="18530"/>
                    <a:pt x="16753" y="18411"/>
                  </a:cubicBezTo>
                  <a:cubicBezTo>
                    <a:pt x="16788" y="18101"/>
                    <a:pt x="16622" y="17863"/>
                    <a:pt x="16395" y="17708"/>
                  </a:cubicBezTo>
                  <a:cubicBezTo>
                    <a:pt x="17312" y="15863"/>
                    <a:pt x="18348" y="14077"/>
                    <a:pt x="19491" y="12386"/>
                  </a:cubicBezTo>
                  <a:close/>
                  <a:moveTo>
                    <a:pt x="21503" y="16113"/>
                  </a:moveTo>
                  <a:cubicBezTo>
                    <a:pt x="21455" y="19030"/>
                    <a:pt x="21598" y="21970"/>
                    <a:pt x="22087" y="24780"/>
                  </a:cubicBezTo>
                  <a:cubicBezTo>
                    <a:pt x="22027" y="24780"/>
                    <a:pt x="21944" y="24792"/>
                    <a:pt x="21896" y="24792"/>
                  </a:cubicBezTo>
                  <a:cubicBezTo>
                    <a:pt x="21301" y="23316"/>
                    <a:pt x="20801" y="21792"/>
                    <a:pt x="20408" y="20208"/>
                  </a:cubicBezTo>
                  <a:cubicBezTo>
                    <a:pt x="20741" y="18851"/>
                    <a:pt x="21110" y="17482"/>
                    <a:pt x="21503" y="16113"/>
                  </a:cubicBezTo>
                  <a:close/>
                  <a:moveTo>
                    <a:pt x="20027" y="21875"/>
                  </a:moveTo>
                  <a:cubicBezTo>
                    <a:pt x="20289" y="22923"/>
                    <a:pt x="20598" y="23935"/>
                    <a:pt x="20932" y="24923"/>
                  </a:cubicBezTo>
                  <a:cubicBezTo>
                    <a:pt x="20408" y="25030"/>
                    <a:pt x="19884" y="25197"/>
                    <a:pt x="19360" y="25423"/>
                  </a:cubicBezTo>
                  <a:cubicBezTo>
                    <a:pt x="19527" y="24245"/>
                    <a:pt x="19765" y="23054"/>
                    <a:pt x="20027" y="21875"/>
                  </a:cubicBezTo>
                  <a:close/>
                  <a:moveTo>
                    <a:pt x="21205" y="11398"/>
                  </a:moveTo>
                  <a:lnTo>
                    <a:pt x="21205" y="11398"/>
                  </a:lnTo>
                  <a:cubicBezTo>
                    <a:pt x="19848" y="16553"/>
                    <a:pt x="18288" y="21506"/>
                    <a:pt x="17765" y="26340"/>
                  </a:cubicBezTo>
                  <a:cubicBezTo>
                    <a:pt x="17645" y="26435"/>
                    <a:pt x="17538" y="26531"/>
                    <a:pt x="17443" y="26626"/>
                  </a:cubicBezTo>
                  <a:cubicBezTo>
                    <a:pt x="17479" y="21482"/>
                    <a:pt x="19050" y="16208"/>
                    <a:pt x="21205" y="11398"/>
                  </a:cubicBezTo>
                  <a:close/>
                  <a:moveTo>
                    <a:pt x="14752" y="23292"/>
                  </a:moveTo>
                  <a:cubicBezTo>
                    <a:pt x="14681" y="24983"/>
                    <a:pt x="14717" y="26697"/>
                    <a:pt x="14836" y="28364"/>
                  </a:cubicBezTo>
                  <a:cubicBezTo>
                    <a:pt x="14800" y="28281"/>
                    <a:pt x="14764" y="28197"/>
                    <a:pt x="14717" y="28102"/>
                  </a:cubicBezTo>
                  <a:cubicBezTo>
                    <a:pt x="14653" y="27944"/>
                    <a:pt x="14505" y="27860"/>
                    <a:pt x="14356" y="27860"/>
                  </a:cubicBezTo>
                  <a:cubicBezTo>
                    <a:pt x="14337" y="27860"/>
                    <a:pt x="14318" y="27861"/>
                    <a:pt x="14300" y="27864"/>
                  </a:cubicBezTo>
                  <a:cubicBezTo>
                    <a:pt x="14133" y="26531"/>
                    <a:pt x="14216" y="25185"/>
                    <a:pt x="14562" y="23840"/>
                  </a:cubicBezTo>
                  <a:cubicBezTo>
                    <a:pt x="14633" y="23661"/>
                    <a:pt x="14681" y="23471"/>
                    <a:pt x="14752" y="23292"/>
                  </a:cubicBezTo>
                  <a:close/>
                  <a:moveTo>
                    <a:pt x="21551" y="26566"/>
                  </a:moveTo>
                  <a:cubicBezTo>
                    <a:pt x="21670" y="26876"/>
                    <a:pt x="21813" y="27185"/>
                    <a:pt x="21932" y="27507"/>
                  </a:cubicBezTo>
                  <a:cubicBezTo>
                    <a:pt x="20836" y="27638"/>
                    <a:pt x="19884" y="28126"/>
                    <a:pt x="19229" y="29138"/>
                  </a:cubicBezTo>
                  <a:cubicBezTo>
                    <a:pt x="19705" y="27638"/>
                    <a:pt x="20479" y="26792"/>
                    <a:pt x="21551" y="26566"/>
                  </a:cubicBezTo>
                  <a:close/>
                  <a:moveTo>
                    <a:pt x="25897" y="25507"/>
                  </a:moveTo>
                  <a:lnTo>
                    <a:pt x="25897" y="25507"/>
                  </a:lnTo>
                  <a:cubicBezTo>
                    <a:pt x="29123" y="25911"/>
                    <a:pt x="32112" y="27483"/>
                    <a:pt x="34171" y="29793"/>
                  </a:cubicBezTo>
                  <a:cubicBezTo>
                    <a:pt x="33826" y="29555"/>
                    <a:pt x="33469" y="29364"/>
                    <a:pt x="33100" y="29233"/>
                  </a:cubicBezTo>
                  <a:cubicBezTo>
                    <a:pt x="33040" y="29209"/>
                    <a:pt x="32993" y="29198"/>
                    <a:pt x="32933" y="29198"/>
                  </a:cubicBezTo>
                  <a:cubicBezTo>
                    <a:pt x="31695" y="28364"/>
                    <a:pt x="30326" y="27721"/>
                    <a:pt x="28945" y="27340"/>
                  </a:cubicBezTo>
                  <a:cubicBezTo>
                    <a:pt x="27992" y="26578"/>
                    <a:pt x="26968" y="25959"/>
                    <a:pt x="25897" y="25507"/>
                  </a:cubicBezTo>
                  <a:close/>
                  <a:moveTo>
                    <a:pt x="28825" y="29364"/>
                  </a:moveTo>
                  <a:cubicBezTo>
                    <a:pt x="29552" y="30019"/>
                    <a:pt x="30302" y="30864"/>
                    <a:pt x="30945" y="31817"/>
                  </a:cubicBezTo>
                  <a:cubicBezTo>
                    <a:pt x="30076" y="30936"/>
                    <a:pt x="29123" y="30150"/>
                    <a:pt x="28123" y="29495"/>
                  </a:cubicBezTo>
                  <a:cubicBezTo>
                    <a:pt x="28349" y="29436"/>
                    <a:pt x="28587" y="29388"/>
                    <a:pt x="28825" y="29364"/>
                  </a:cubicBezTo>
                  <a:close/>
                  <a:moveTo>
                    <a:pt x="28123" y="31019"/>
                  </a:moveTo>
                  <a:lnTo>
                    <a:pt x="28123" y="31019"/>
                  </a:lnTo>
                  <a:cubicBezTo>
                    <a:pt x="28540" y="31329"/>
                    <a:pt x="28933" y="31686"/>
                    <a:pt x="29302" y="32115"/>
                  </a:cubicBezTo>
                  <a:cubicBezTo>
                    <a:pt x="30635" y="33400"/>
                    <a:pt x="31659" y="34889"/>
                    <a:pt x="32350" y="36567"/>
                  </a:cubicBezTo>
                  <a:cubicBezTo>
                    <a:pt x="31076" y="34615"/>
                    <a:pt x="29659" y="32805"/>
                    <a:pt x="28123" y="31019"/>
                  </a:cubicBezTo>
                  <a:close/>
                  <a:moveTo>
                    <a:pt x="26611" y="30138"/>
                  </a:moveTo>
                  <a:cubicBezTo>
                    <a:pt x="26718" y="30186"/>
                    <a:pt x="26813" y="30221"/>
                    <a:pt x="26909" y="30269"/>
                  </a:cubicBezTo>
                  <a:cubicBezTo>
                    <a:pt x="26670" y="30448"/>
                    <a:pt x="26539" y="30805"/>
                    <a:pt x="26789" y="31103"/>
                  </a:cubicBezTo>
                  <a:cubicBezTo>
                    <a:pt x="28397" y="33055"/>
                    <a:pt x="29778" y="35043"/>
                    <a:pt x="31076" y="37151"/>
                  </a:cubicBezTo>
                  <a:cubicBezTo>
                    <a:pt x="30790" y="36948"/>
                    <a:pt x="30528" y="36758"/>
                    <a:pt x="30254" y="36556"/>
                  </a:cubicBezTo>
                  <a:cubicBezTo>
                    <a:pt x="29218" y="34210"/>
                    <a:pt x="27468" y="31888"/>
                    <a:pt x="25706" y="30793"/>
                  </a:cubicBezTo>
                  <a:cubicBezTo>
                    <a:pt x="25980" y="30543"/>
                    <a:pt x="26301" y="30329"/>
                    <a:pt x="26611" y="30138"/>
                  </a:cubicBezTo>
                  <a:close/>
                  <a:moveTo>
                    <a:pt x="20682" y="30864"/>
                  </a:moveTo>
                  <a:lnTo>
                    <a:pt x="20682" y="30864"/>
                  </a:lnTo>
                  <a:cubicBezTo>
                    <a:pt x="20503" y="31567"/>
                    <a:pt x="20432" y="32365"/>
                    <a:pt x="20467" y="33293"/>
                  </a:cubicBezTo>
                  <a:cubicBezTo>
                    <a:pt x="20539" y="34686"/>
                    <a:pt x="21146" y="36294"/>
                    <a:pt x="22075" y="37818"/>
                  </a:cubicBezTo>
                  <a:cubicBezTo>
                    <a:pt x="21622" y="37449"/>
                    <a:pt x="21194" y="37056"/>
                    <a:pt x="20789" y="36663"/>
                  </a:cubicBezTo>
                  <a:cubicBezTo>
                    <a:pt x="19908" y="34984"/>
                    <a:pt x="19646" y="33174"/>
                    <a:pt x="20003" y="31222"/>
                  </a:cubicBezTo>
                  <a:cubicBezTo>
                    <a:pt x="20241" y="31091"/>
                    <a:pt x="20467" y="30983"/>
                    <a:pt x="20682" y="30864"/>
                  </a:cubicBezTo>
                  <a:close/>
                  <a:moveTo>
                    <a:pt x="31326" y="29710"/>
                  </a:moveTo>
                  <a:lnTo>
                    <a:pt x="31326" y="29710"/>
                  </a:lnTo>
                  <a:cubicBezTo>
                    <a:pt x="31731" y="29888"/>
                    <a:pt x="32112" y="30126"/>
                    <a:pt x="32504" y="30400"/>
                  </a:cubicBezTo>
                  <a:cubicBezTo>
                    <a:pt x="33338" y="31865"/>
                    <a:pt x="35422" y="36056"/>
                    <a:pt x="35267" y="38889"/>
                  </a:cubicBezTo>
                  <a:cubicBezTo>
                    <a:pt x="35029" y="38996"/>
                    <a:pt x="34743" y="39115"/>
                    <a:pt x="34433" y="39258"/>
                  </a:cubicBezTo>
                  <a:cubicBezTo>
                    <a:pt x="34469" y="38973"/>
                    <a:pt x="34493" y="38699"/>
                    <a:pt x="34493" y="38377"/>
                  </a:cubicBezTo>
                  <a:cubicBezTo>
                    <a:pt x="34481" y="38103"/>
                    <a:pt x="34433" y="37806"/>
                    <a:pt x="34374" y="37508"/>
                  </a:cubicBezTo>
                  <a:cubicBezTo>
                    <a:pt x="34350" y="34829"/>
                    <a:pt x="33159" y="32007"/>
                    <a:pt x="31326" y="29710"/>
                  </a:cubicBezTo>
                  <a:close/>
                  <a:moveTo>
                    <a:pt x="24158" y="33984"/>
                  </a:moveTo>
                  <a:lnTo>
                    <a:pt x="24158" y="33984"/>
                  </a:lnTo>
                  <a:cubicBezTo>
                    <a:pt x="25170" y="36103"/>
                    <a:pt x="26563" y="38008"/>
                    <a:pt x="28290" y="39532"/>
                  </a:cubicBezTo>
                  <a:cubicBezTo>
                    <a:pt x="28421" y="39782"/>
                    <a:pt x="28575" y="40044"/>
                    <a:pt x="28718" y="40306"/>
                  </a:cubicBezTo>
                  <a:cubicBezTo>
                    <a:pt x="27742" y="39413"/>
                    <a:pt x="26801" y="38484"/>
                    <a:pt x="25920" y="37484"/>
                  </a:cubicBezTo>
                  <a:cubicBezTo>
                    <a:pt x="23837" y="36258"/>
                    <a:pt x="23277" y="35079"/>
                    <a:pt x="24158" y="33984"/>
                  </a:cubicBezTo>
                  <a:close/>
                  <a:moveTo>
                    <a:pt x="23622" y="36937"/>
                  </a:moveTo>
                  <a:cubicBezTo>
                    <a:pt x="24813" y="38234"/>
                    <a:pt x="26135" y="39425"/>
                    <a:pt x="26909" y="40330"/>
                  </a:cubicBezTo>
                  <a:cubicBezTo>
                    <a:pt x="26468" y="40139"/>
                    <a:pt x="26075" y="39830"/>
                    <a:pt x="25682" y="39365"/>
                  </a:cubicBezTo>
                  <a:cubicBezTo>
                    <a:pt x="24611" y="38699"/>
                    <a:pt x="23956" y="37841"/>
                    <a:pt x="23622" y="36937"/>
                  </a:cubicBezTo>
                  <a:close/>
                  <a:moveTo>
                    <a:pt x="13883" y="30805"/>
                  </a:moveTo>
                  <a:cubicBezTo>
                    <a:pt x="14455" y="32472"/>
                    <a:pt x="15312" y="34127"/>
                    <a:pt x="16348" y="35698"/>
                  </a:cubicBezTo>
                  <a:cubicBezTo>
                    <a:pt x="17086" y="37615"/>
                    <a:pt x="18098" y="39425"/>
                    <a:pt x="19527" y="41020"/>
                  </a:cubicBezTo>
                  <a:cubicBezTo>
                    <a:pt x="18074" y="40235"/>
                    <a:pt x="16764" y="39246"/>
                    <a:pt x="15740" y="37853"/>
                  </a:cubicBezTo>
                  <a:cubicBezTo>
                    <a:pt x="14693" y="36472"/>
                    <a:pt x="13931" y="35043"/>
                    <a:pt x="13812" y="33258"/>
                  </a:cubicBezTo>
                  <a:cubicBezTo>
                    <a:pt x="13764" y="32722"/>
                    <a:pt x="13740" y="31567"/>
                    <a:pt x="13883" y="30805"/>
                  </a:cubicBezTo>
                  <a:close/>
                  <a:moveTo>
                    <a:pt x="23956" y="42140"/>
                  </a:moveTo>
                  <a:lnTo>
                    <a:pt x="23956" y="42140"/>
                  </a:lnTo>
                  <a:cubicBezTo>
                    <a:pt x="25051" y="42961"/>
                    <a:pt x="26206" y="43604"/>
                    <a:pt x="27337" y="43961"/>
                  </a:cubicBezTo>
                  <a:cubicBezTo>
                    <a:pt x="27170" y="44080"/>
                    <a:pt x="26992" y="44164"/>
                    <a:pt x="26813" y="44259"/>
                  </a:cubicBezTo>
                  <a:cubicBezTo>
                    <a:pt x="25789" y="43783"/>
                    <a:pt x="24813" y="42973"/>
                    <a:pt x="23956" y="42140"/>
                  </a:cubicBezTo>
                  <a:close/>
                  <a:moveTo>
                    <a:pt x="15848" y="39925"/>
                  </a:moveTo>
                  <a:lnTo>
                    <a:pt x="15848" y="39925"/>
                  </a:lnTo>
                  <a:cubicBezTo>
                    <a:pt x="18110" y="41997"/>
                    <a:pt x="21122" y="43545"/>
                    <a:pt x="23920" y="44330"/>
                  </a:cubicBezTo>
                  <a:cubicBezTo>
                    <a:pt x="23932" y="44342"/>
                    <a:pt x="23950" y="44342"/>
                    <a:pt x="23968" y="44342"/>
                  </a:cubicBezTo>
                  <a:cubicBezTo>
                    <a:pt x="23986" y="44342"/>
                    <a:pt x="24003" y="44342"/>
                    <a:pt x="24015" y="44354"/>
                  </a:cubicBezTo>
                  <a:lnTo>
                    <a:pt x="24420" y="44664"/>
                  </a:lnTo>
                  <a:cubicBezTo>
                    <a:pt x="24230" y="44652"/>
                    <a:pt x="24015" y="44628"/>
                    <a:pt x="23825" y="44592"/>
                  </a:cubicBezTo>
                  <a:cubicBezTo>
                    <a:pt x="20420" y="44390"/>
                    <a:pt x="17681" y="42533"/>
                    <a:pt x="15848" y="39925"/>
                  </a:cubicBezTo>
                  <a:close/>
                  <a:moveTo>
                    <a:pt x="31576" y="43533"/>
                  </a:moveTo>
                  <a:cubicBezTo>
                    <a:pt x="31981" y="43759"/>
                    <a:pt x="32433" y="43914"/>
                    <a:pt x="32909" y="43973"/>
                  </a:cubicBezTo>
                  <a:cubicBezTo>
                    <a:pt x="32065" y="44522"/>
                    <a:pt x="31033" y="44846"/>
                    <a:pt x="29780" y="44846"/>
                  </a:cubicBezTo>
                  <a:cubicBezTo>
                    <a:pt x="29621" y="44846"/>
                    <a:pt x="29457" y="44841"/>
                    <a:pt x="29290" y="44830"/>
                  </a:cubicBezTo>
                  <a:cubicBezTo>
                    <a:pt x="29718" y="44604"/>
                    <a:pt x="30135" y="44330"/>
                    <a:pt x="30552" y="44033"/>
                  </a:cubicBezTo>
                  <a:cubicBezTo>
                    <a:pt x="30909" y="43914"/>
                    <a:pt x="31254" y="43759"/>
                    <a:pt x="31576" y="43533"/>
                  </a:cubicBezTo>
                  <a:close/>
                  <a:moveTo>
                    <a:pt x="21039" y="45759"/>
                  </a:moveTo>
                  <a:lnTo>
                    <a:pt x="21039" y="45759"/>
                  </a:lnTo>
                  <a:cubicBezTo>
                    <a:pt x="21998" y="46017"/>
                    <a:pt x="22982" y="46150"/>
                    <a:pt x="23968" y="46150"/>
                  </a:cubicBezTo>
                  <a:cubicBezTo>
                    <a:pt x="24757" y="46150"/>
                    <a:pt x="25547" y="46065"/>
                    <a:pt x="26325" y="45890"/>
                  </a:cubicBezTo>
                  <a:cubicBezTo>
                    <a:pt x="27063" y="46307"/>
                    <a:pt x="27849" y="46676"/>
                    <a:pt x="28623" y="46890"/>
                  </a:cubicBezTo>
                  <a:cubicBezTo>
                    <a:pt x="27936" y="47022"/>
                    <a:pt x="27235" y="47087"/>
                    <a:pt x="26528" y="47087"/>
                  </a:cubicBezTo>
                  <a:cubicBezTo>
                    <a:pt x="24676" y="47087"/>
                    <a:pt x="22788" y="46638"/>
                    <a:pt x="21039" y="45759"/>
                  </a:cubicBezTo>
                  <a:close/>
                  <a:moveTo>
                    <a:pt x="29377" y="0"/>
                  </a:moveTo>
                  <a:cubicBezTo>
                    <a:pt x="29260" y="0"/>
                    <a:pt x="29135" y="24"/>
                    <a:pt x="29004" y="75"/>
                  </a:cubicBezTo>
                  <a:cubicBezTo>
                    <a:pt x="12454" y="6397"/>
                    <a:pt x="0" y="43259"/>
                    <a:pt x="22860" y="49676"/>
                  </a:cubicBezTo>
                  <a:cubicBezTo>
                    <a:pt x="24041" y="50009"/>
                    <a:pt x="25216" y="50166"/>
                    <a:pt x="26363" y="50166"/>
                  </a:cubicBezTo>
                  <a:cubicBezTo>
                    <a:pt x="32982" y="50166"/>
                    <a:pt x="38707" y="44944"/>
                    <a:pt x="39529" y="38044"/>
                  </a:cubicBezTo>
                  <a:cubicBezTo>
                    <a:pt x="40584" y="29154"/>
                    <a:pt x="32601" y="22601"/>
                    <a:pt x="24283" y="22601"/>
                  </a:cubicBezTo>
                  <a:cubicBezTo>
                    <a:pt x="24245" y="22601"/>
                    <a:pt x="24208" y="22601"/>
                    <a:pt x="24170" y="22601"/>
                  </a:cubicBezTo>
                  <a:cubicBezTo>
                    <a:pt x="23611" y="15255"/>
                    <a:pt x="25920" y="9600"/>
                    <a:pt x="29790" y="3254"/>
                  </a:cubicBezTo>
                  <a:cubicBezTo>
                    <a:pt x="30040" y="2837"/>
                    <a:pt x="29968" y="2420"/>
                    <a:pt x="29742" y="2111"/>
                  </a:cubicBezTo>
                  <a:cubicBezTo>
                    <a:pt x="29778" y="2099"/>
                    <a:pt x="29814" y="2063"/>
                    <a:pt x="29837" y="2051"/>
                  </a:cubicBezTo>
                  <a:cubicBezTo>
                    <a:pt x="30727" y="1511"/>
                    <a:pt x="30317" y="0"/>
                    <a:pt x="293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692" name="Google Shape;8692;p36"/>
          <p:cNvGrpSpPr/>
          <p:nvPr/>
        </p:nvGrpSpPr>
        <p:grpSpPr>
          <a:xfrm rot="10800000">
            <a:off x="5215421" y="1949059"/>
            <a:ext cx="1045440" cy="690128"/>
            <a:chOff x="3463225" y="1863975"/>
            <a:chExt cx="1899850" cy="1254150"/>
          </a:xfrm>
        </p:grpSpPr>
        <p:sp>
          <p:nvSpPr>
            <p:cNvPr id="8693" name="Google Shape;8693;p36"/>
            <p:cNvSpPr/>
            <p:nvPr/>
          </p:nvSpPr>
          <p:spPr>
            <a:xfrm>
              <a:off x="3463225" y="1863975"/>
              <a:ext cx="1014900" cy="1254150"/>
            </a:xfrm>
            <a:custGeom>
              <a:avLst/>
              <a:gdLst/>
              <a:ahLst/>
              <a:cxnLst/>
              <a:rect l="l" t="t" r="r" b="b"/>
              <a:pathLst>
                <a:path w="40596" h="50166" extrusionOk="0">
                  <a:moveTo>
                    <a:pt x="25170" y="5683"/>
                  </a:moveTo>
                  <a:lnTo>
                    <a:pt x="25170" y="5683"/>
                  </a:lnTo>
                  <a:cubicBezTo>
                    <a:pt x="24515" y="6790"/>
                    <a:pt x="23979" y="7981"/>
                    <a:pt x="23515" y="9183"/>
                  </a:cubicBezTo>
                  <a:cubicBezTo>
                    <a:pt x="23551" y="8826"/>
                    <a:pt x="23587" y="8469"/>
                    <a:pt x="23622" y="8112"/>
                  </a:cubicBezTo>
                  <a:cubicBezTo>
                    <a:pt x="23646" y="7838"/>
                    <a:pt x="23527" y="7647"/>
                    <a:pt x="23348" y="7516"/>
                  </a:cubicBezTo>
                  <a:cubicBezTo>
                    <a:pt x="23944" y="6873"/>
                    <a:pt x="24563" y="6266"/>
                    <a:pt x="25170" y="5683"/>
                  </a:cubicBezTo>
                  <a:close/>
                  <a:moveTo>
                    <a:pt x="19503" y="12386"/>
                  </a:moveTo>
                  <a:lnTo>
                    <a:pt x="19503" y="12386"/>
                  </a:lnTo>
                  <a:cubicBezTo>
                    <a:pt x="18503" y="14529"/>
                    <a:pt x="17669" y="16756"/>
                    <a:pt x="17038" y="19018"/>
                  </a:cubicBezTo>
                  <a:cubicBezTo>
                    <a:pt x="16979" y="18887"/>
                    <a:pt x="16859" y="18792"/>
                    <a:pt x="16729" y="18780"/>
                  </a:cubicBezTo>
                  <a:cubicBezTo>
                    <a:pt x="16740" y="18661"/>
                    <a:pt x="16740" y="18530"/>
                    <a:pt x="16764" y="18411"/>
                  </a:cubicBezTo>
                  <a:cubicBezTo>
                    <a:pt x="16788" y="18101"/>
                    <a:pt x="16621" y="17863"/>
                    <a:pt x="16407" y="17708"/>
                  </a:cubicBezTo>
                  <a:cubicBezTo>
                    <a:pt x="17312" y="15863"/>
                    <a:pt x="18348" y="14077"/>
                    <a:pt x="19503" y="12386"/>
                  </a:cubicBezTo>
                  <a:close/>
                  <a:moveTo>
                    <a:pt x="21527" y="16113"/>
                  </a:moveTo>
                  <a:lnTo>
                    <a:pt x="21527" y="16113"/>
                  </a:lnTo>
                  <a:cubicBezTo>
                    <a:pt x="21467" y="19030"/>
                    <a:pt x="21598" y="21970"/>
                    <a:pt x="22098" y="24780"/>
                  </a:cubicBezTo>
                  <a:cubicBezTo>
                    <a:pt x="22039" y="24780"/>
                    <a:pt x="21967" y="24792"/>
                    <a:pt x="21908" y="24792"/>
                  </a:cubicBezTo>
                  <a:cubicBezTo>
                    <a:pt x="21312" y="23316"/>
                    <a:pt x="20824" y="21792"/>
                    <a:pt x="20419" y="20208"/>
                  </a:cubicBezTo>
                  <a:cubicBezTo>
                    <a:pt x="20765" y="18851"/>
                    <a:pt x="21134" y="17482"/>
                    <a:pt x="21527" y="16113"/>
                  </a:cubicBezTo>
                  <a:close/>
                  <a:moveTo>
                    <a:pt x="20038" y="21875"/>
                  </a:moveTo>
                  <a:cubicBezTo>
                    <a:pt x="20288" y="22923"/>
                    <a:pt x="20598" y="23935"/>
                    <a:pt x="20943" y="24923"/>
                  </a:cubicBezTo>
                  <a:cubicBezTo>
                    <a:pt x="20408" y="25030"/>
                    <a:pt x="19884" y="25197"/>
                    <a:pt x="19360" y="25423"/>
                  </a:cubicBezTo>
                  <a:cubicBezTo>
                    <a:pt x="19526" y="24245"/>
                    <a:pt x="19765" y="23054"/>
                    <a:pt x="20038" y="21875"/>
                  </a:cubicBezTo>
                  <a:close/>
                  <a:moveTo>
                    <a:pt x="21205" y="11398"/>
                  </a:moveTo>
                  <a:lnTo>
                    <a:pt x="21205" y="11398"/>
                  </a:lnTo>
                  <a:cubicBezTo>
                    <a:pt x="19860" y="16553"/>
                    <a:pt x="18288" y="21506"/>
                    <a:pt x="17776" y="26340"/>
                  </a:cubicBezTo>
                  <a:cubicBezTo>
                    <a:pt x="17657" y="26435"/>
                    <a:pt x="17550" y="26531"/>
                    <a:pt x="17443" y="26626"/>
                  </a:cubicBezTo>
                  <a:cubicBezTo>
                    <a:pt x="17491" y="21482"/>
                    <a:pt x="19050" y="16208"/>
                    <a:pt x="21205" y="11398"/>
                  </a:cubicBezTo>
                  <a:close/>
                  <a:moveTo>
                    <a:pt x="14764" y="23292"/>
                  </a:moveTo>
                  <a:lnTo>
                    <a:pt x="14764" y="23292"/>
                  </a:lnTo>
                  <a:cubicBezTo>
                    <a:pt x="14704" y="24983"/>
                    <a:pt x="14740" y="26697"/>
                    <a:pt x="14859" y="28364"/>
                  </a:cubicBezTo>
                  <a:cubicBezTo>
                    <a:pt x="14824" y="28281"/>
                    <a:pt x="14776" y="28197"/>
                    <a:pt x="14740" y="28102"/>
                  </a:cubicBezTo>
                  <a:cubicBezTo>
                    <a:pt x="14666" y="27944"/>
                    <a:pt x="14517" y="27860"/>
                    <a:pt x="14376" y="27860"/>
                  </a:cubicBezTo>
                  <a:cubicBezTo>
                    <a:pt x="14358" y="27860"/>
                    <a:pt x="14341" y="27861"/>
                    <a:pt x="14323" y="27864"/>
                  </a:cubicBezTo>
                  <a:cubicBezTo>
                    <a:pt x="14157" y="26531"/>
                    <a:pt x="14216" y="25185"/>
                    <a:pt x="14585" y="23840"/>
                  </a:cubicBezTo>
                  <a:cubicBezTo>
                    <a:pt x="14645" y="23661"/>
                    <a:pt x="14704" y="23471"/>
                    <a:pt x="14764" y="23292"/>
                  </a:cubicBezTo>
                  <a:close/>
                  <a:moveTo>
                    <a:pt x="21551" y="26566"/>
                  </a:moveTo>
                  <a:cubicBezTo>
                    <a:pt x="21670" y="26876"/>
                    <a:pt x="21824" y="27185"/>
                    <a:pt x="21943" y="27507"/>
                  </a:cubicBezTo>
                  <a:cubicBezTo>
                    <a:pt x="20836" y="27638"/>
                    <a:pt x="19884" y="28126"/>
                    <a:pt x="19229" y="29138"/>
                  </a:cubicBezTo>
                  <a:cubicBezTo>
                    <a:pt x="19705" y="27638"/>
                    <a:pt x="20479" y="26792"/>
                    <a:pt x="21551" y="26566"/>
                  </a:cubicBezTo>
                  <a:close/>
                  <a:moveTo>
                    <a:pt x="25896" y="25507"/>
                  </a:moveTo>
                  <a:lnTo>
                    <a:pt x="25896" y="25507"/>
                  </a:lnTo>
                  <a:cubicBezTo>
                    <a:pt x="29123" y="25911"/>
                    <a:pt x="32135" y="27483"/>
                    <a:pt x="34171" y="29793"/>
                  </a:cubicBezTo>
                  <a:cubicBezTo>
                    <a:pt x="33826" y="29555"/>
                    <a:pt x="33469" y="29364"/>
                    <a:pt x="33100" y="29233"/>
                  </a:cubicBezTo>
                  <a:cubicBezTo>
                    <a:pt x="33040" y="29209"/>
                    <a:pt x="32992" y="29198"/>
                    <a:pt x="32933" y="29198"/>
                  </a:cubicBezTo>
                  <a:cubicBezTo>
                    <a:pt x="31707" y="28364"/>
                    <a:pt x="30337" y="27721"/>
                    <a:pt x="28944" y="27340"/>
                  </a:cubicBezTo>
                  <a:cubicBezTo>
                    <a:pt x="27992" y="26578"/>
                    <a:pt x="26968" y="25959"/>
                    <a:pt x="25896" y="25507"/>
                  </a:cubicBezTo>
                  <a:close/>
                  <a:moveTo>
                    <a:pt x="28825" y="29364"/>
                  </a:moveTo>
                  <a:cubicBezTo>
                    <a:pt x="29563" y="30019"/>
                    <a:pt x="30302" y="30864"/>
                    <a:pt x="30945" y="31817"/>
                  </a:cubicBezTo>
                  <a:cubicBezTo>
                    <a:pt x="30075" y="30936"/>
                    <a:pt x="29123" y="30150"/>
                    <a:pt x="28135" y="29495"/>
                  </a:cubicBezTo>
                  <a:cubicBezTo>
                    <a:pt x="28349" y="29436"/>
                    <a:pt x="28587" y="29388"/>
                    <a:pt x="28825" y="29364"/>
                  </a:cubicBezTo>
                  <a:close/>
                  <a:moveTo>
                    <a:pt x="28147" y="31019"/>
                  </a:moveTo>
                  <a:lnTo>
                    <a:pt x="28147" y="31019"/>
                  </a:lnTo>
                  <a:cubicBezTo>
                    <a:pt x="28540" y="31329"/>
                    <a:pt x="28932" y="31686"/>
                    <a:pt x="29325" y="32115"/>
                  </a:cubicBezTo>
                  <a:cubicBezTo>
                    <a:pt x="30659" y="33400"/>
                    <a:pt x="31671" y="34889"/>
                    <a:pt x="32373" y="36567"/>
                  </a:cubicBezTo>
                  <a:cubicBezTo>
                    <a:pt x="31087" y="34615"/>
                    <a:pt x="29683" y="32805"/>
                    <a:pt x="28147" y="31019"/>
                  </a:cubicBezTo>
                  <a:close/>
                  <a:moveTo>
                    <a:pt x="26611" y="30138"/>
                  </a:moveTo>
                  <a:cubicBezTo>
                    <a:pt x="26718" y="30186"/>
                    <a:pt x="26825" y="30221"/>
                    <a:pt x="26908" y="30269"/>
                  </a:cubicBezTo>
                  <a:cubicBezTo>
                    <a:pt x="26670" y="30448"/>
                    <a:pt x="26539" y="30805"/>
                    <a:pt x="26789" y="31103"/>
                  </a:cubicBezTo>
                  <a:cubicBezTo>
                    <a:pt x="28397" y="33055"/>
                    <a:pt x="29778" y="35043"/>
                    <a:pt x="31076" y="37151"/>
                  </a:cubicBezTo>
                  <a:cubicBezTo>
                    <a:pt x="30790" y="36948"/>
                    <a:pt x="30528" y="36758"/>
                    <a:pt x="30254" y="36556"/>
                  </a:cubicBezTo>
                  <a:cubicBezTo>
                    <a:pt x="29218" y="34210"/>
                    <a:pt x="27468" y="31888"/>
                    <a:pt x="25706" y="30793"/>
                  </a:cubicBezTo>
                  <a:cubicBezTo>
                    <a:pt x="25992" y="30543"/>
                    <a:pt x="26301" y="30329"/>
                    <a:pt x="26611" y="30138"/>
                  </a:cubicBezTo>
                  <a:close/>
                  <a:moveTo>
                    <a:pt x="20693" y="30864"/>
                  </a:moveTo>
                  <a:cubicBezTo>
                    <a:pt x="20515" y="31567"/>
                    <a:pt x="20431" y="32365"/>
                    <a:pt x="20467" y="33293"/>
                  </a:cubicBezTo>
                  <a:cubicBezTo>
                    <a:pt x="20539" y="34686"/>
                    <a:pt x="21146" y="36294"/>
                    <a:pt x="22074" y="37818"/>
                  </a:cubicBezTo>
                  <a:cubicBezTo>
                    <a:pt x="21622" y="37449"/>
                    <a:pt x="21193" y="37056"/>
                    <a:pt x="20789" y="36663"/>
                  </a:cubicBezTo>
                  <a:cubicBezTo>
                    <a:pt x="19919" y="34984"/>
                    <a:pt x="19646" y="33174"/>
                    <a:pt x="20003" y="31222"/>
                  </a:cubicBezTo>
                  <a:cubicBezTo>
                    <a:pt x="20241" y="31091"/>
                    <a:pt x="20467" y="30983"/>
                    <a:pt x="20693" y="30864"/>
                  </a:cubicBezTo>
                  <a:close/>
                  <a:moveTo>
                    <a:pt x="31326" y="29710"/>
                  </a:moveTo>
                  <a:cubicBezTo>
                    <a:pt x="31730" y="29888"/>
                    <a:pt x="32111" y="30126"/>
                    <a:pt x="32504" y="30400"/>
                  </a:cubicBezTo>
                  <a:cubicBezTo>
                    <a:pt x="33338" y="31865"/>
                    <a:pt x="35421" y="36056"/>
                    <a:pt x="35278" y="38889"/>
                  </a:cubicBezTo>
                  <a:cubicBezTo>
                    <a:pt x="35040" y="38996"/>
                    <a:pt x="34755" y="39115"/>
                    <a:pt x="34445" y="39258"/>
                  </a:cubicBezTo>
                  <a:cubicBezTo>
                    <a:pt x="34469" y="38973"/>
                    <a:pt x="34505" y="38699"/>
                    <a:pt x="34505" y="38377"/>
                  </a:cubicBezTo>
                  <a:cubicBezTo>
                    <a:pt x="34481" y="38103"/>
                    <a:pt x="34445" y="37806"/>
                    <a:pt x="34385" y="37508"/>
                  </a:cubicBezTo>
                  <a:cubicBezTo>
                    <a:pt x="34350" y="34829"/>
                    <a:pt x="33159" y="32007"/>
                    <a:pt x="31326" y="29710"/>
                  </a:cubicBezTo>
                  <a:close/>
                  <a:moveTo>
                    <a:pt x="24170" y="33984"/>
                  </a:moveTo>
                  <a:cubicBezTo>
                    <a:pt x="25182" y="36103"/>
                    <a:pt x="26575" y="38008"/>
                    <a:pt x="28301" y="39532"/>
                  </a:cubicBezTo>
                  <a:cubicBezTo>
                    <a:pt x="28444" y="39782"/>
                    <a:pt x="28587" y="40044"/>
                    <a:pt x="28742" y="40306"/>
                  </a:cubicBezTo>
                  <a:cubicBezTo>
                    <a:pt x="27754" y="39413"/>
                    <a:pt x="26825" y="38484"/>
                    <a:pt x="25944" y="37484"/>
                  </a:cubicBezTo>
                  <a:cubicBezTo>
                    <a:pt x="23860" y="36258"/>
                    <a:pt x="23289" y="35079"/>
                    <a:pt x="24170" y="33984"/>
                  </a:cubicBezTo>
                  <a:close/>
                  <a:moveTo>
                    <a:pt x="23634" y="36937"/>
                  </a:moveTo>
                  <a:lnTo>
                    <a:pt x="23634" y="36937"/>
                  </a:lnTo>
                  <a:cubicBezTo>
                    <a:pt x="24825" y="38234"/>
                    <a:pt x="26146" y="39425"/>
                    <a:pt x="26920" y="40330"/>
                  </a:cubicBezTo>
                  <a:cubicBezTo>
                    <a:pt x="26492" y="40139"/>
                    <a:pt x="26087" y="39830"/>
                    <a:pt x="25706" y="39365"/>
                  </a:cubicBezTo>
                  <a:cubicBezTo>
                    <a:pt x="24622" y="38699"/>
                    <a:pt x="23968" y="37841"/>
                    <a:pt x="23634" y="36937"/>
                  </a:cubicBezTo>
                  <a:close/>
                  <a:moveTo>
                    <a:pt x="13883" y="30805"/>
                  </a:moveTo>
                  <a:cubicBezTo>
                    <a:pt x="14454" y="32472"/>
                    <a:pt x="15312" y="34127"/>
                    <a:pt x="16359" y="35698"/>
                  </a:cubicBezTo>
                  <a:cubicBezTo>
                    <a:pt x="17086" y="37615"/>
                    <a:pt x="18098" y="39425"/>
                    <a:pt x="19526" y="41020"/>
                  </a:cubicBezTo>
                  <a:cubicBezTo>
                    <a:pt x="18086" y="40235"/>
                    <a:pt x="16788" y="39246"/>
                    <a:pt x="15752" y="37853"/>
                  </a:cubicBezTo>
                  <a:cubicBezTo>
                    <a:pt x="14693" y="36472"/>
                    <a:pt x="13942" y="35043"/>
                    <a:pt x="13811" y="33258"/>
                  </a:cubicBezTo>
                  <a:cubicBezTo>
                    <a:pt x="13764" y="32722"/>
                    <a:pt x="13740" y="31567"/>
                    <a:pt x="13883" y="30805"/>
                  </a:cubicBezTo>
                  <a:close/>
                  <a:moveTo>
                    <a:pt x="23968" y="42140"/>
                  </a:moveTo>
                  <a:lnTo>
                    <a:pt x="23968" y="42140"/>
                  </a:lnTo>
                  <a:cubicBezTo>
                    <a:pt x="25051" y="42961"/>
                    <a:pt x="26206" y="43604"/>
                    <a:pt x="27337" y="43961"/>
                  </a:cubicBezTo>
                  <a:cubicBezTo>
                    <a:pt x="27182" y="44080"/>
                    <a:pt x="27004" y="44164"/>
                    <a:pt x="26825" y="44259"/>
                  </a:cubicBezTo>
                  <a:cubicBezTo>
                    <a:pt x="25789" y="43783"/>
                    <a:pt x="24813" y="42973"/>
                    <a:pt x="23968" y="42140"/>
                  </a:cubicBezTo>
                  <a:close/>
                  <a:moveTo>
                    <a:pt x="15847" y="39925"/>
                  </a:moveTo>
                  <a:cubicBezTo>
                    <a:pt x="18110" y="41997"/>
                    <a:pt x="21122" y="43545"/>
                    <a:pt x="23920" y="44330"/>
                  </a:cubicBezTo>
                  <a:cubicBezTo>
                    <a:pt x="23932" y="44342"/>
                    <a:pt x="23950" y="44342"/>
                    <a:pt x="23969" y="44342"/>
                  </a:cubicBezTo>
                  <a:cubicBezTo>
                    <a:pt x="23988" y="44342"/>
                    <a:pt x="24009" y="44342"/>
                    <a:pt x="24027" y="44354"/>
                  </a:cubicBezTo>
                  <a:lnTo>
                    <a:pt x="24420" y="44664"/>
                  </a:lnTo>
                  <a:cubicBezTo>
                    <a:pt x="24229" y="44652"/>
                    <a:pt x="24027" y="44628"/>
                    <a:pt x="23825" y="44592"/>
                  </a:cubicBezTo>
                  <a:cubicBezTo>
                    <a:pt x="20419" y="44390"/>
                    <a:pt x="17693" y="42533"/>
                    <a:pt x="15847" y="39925"/>
                  </a:cubicBezTo>
                  <a:close/>
                  <a:moveTo>
                    <a:pt x="31588" y="43533"/>
                  </a:moveTo>
                  <a:cubicBezTo>
                    <a:pt x="31980" y="43759"/>
                    <a:pt x="32433" y="43914"/>
                    <a:pt x="32909" y="43973"/>
                  </a:cubicBezTo>
                  <a:cubicBezTo>
                    <a:pt x="32064" y="44522"/>
                    <a:pt x="31033" y="44846"/>
                    <a:pt x="29780" y="44846"/>
                  </a:cubicBezTo>
                  <a:cubicBezTo>
                    <a:pt x="29620" y="44846"/>
                    <a:pt x="29457" y="44841"/>
                    <a:pt x="29290" y="44830"/>
                  </a:cubicBezTo>
                  <a:cubicBezTo>
                    <a:pt x="29718" y="44604"/>
                    <a:pt x="30135" y="44330"/>
                    <a:pt x="30552" y="44033"/>
                  </a:cubicBezTo>
                  <a:cubicBezTo>
                    <a:pt x="30909" y="43914"/>
                    <a:pt x="31254" y="43759"/>
                    <a:pt x="31588" y="43533"/>
                  </a:cubicBezTo>
                  <a:close/>
                  <a:moveTo>
                    <a:pt x="21050" y="45759"/>
                  </a:moveTo>
                  <a:lnTo>
                    <a:pt x="21050" y="45759"/>
                  </a:lnTo>
                  <a:cubicBezTo>
                    <a:pt x="22009" y="46017"/>
                    <a:pt x="22990" y="46150"/>
                    <a:pt x="23973" y="46150"/>
                  </a:cubicBezTo>
                  <a:cubicBezTo>
                    <a:pt x="24759" y="46150"/>
                    <a:pt x="25547" y="46065"/>
                    <a:pt x="26325" y="45890"/>
                  </a:cubicBezTo>
                  <a:cubicBezTo>
                    <a:pt x="27075" y="46307"/>
                    <a:pt x="27849" y="46676"/>
                    <a:pt x="28623" y="46890"/>
                  </a:cubicBezTo>
                  <a:cubicBezTo>
                    <a:pt x="27936" y="47022"/>
                    <a:pt x="27234" y="47087"/>
                    <a:pt x="26528" y="47087"/>
                  </a:cubicBezTo>
                  <a:cubicBezTo>
                    <a:pt x="24676" y="47087"/>
                    <a:pt x="22792" y="46638"/>
                    <a:pt x="21050" y="45759"/>
                  </a:cubicBezTo>
                  <a:close/>
                  <a:moveTo>
                    <a:pt x="29377" y="0"/>
                  </a:moveTo>
                  <a:cubicBezTo>
                    <a:pt x="29260" y="0"/>
                    <a:pt x="29135" y="24"/>
                    <a:pt x="29004" y="75"/>
                  </a:cubicBezTo>
                  <a:cubicBezTo>
                    <a:pt x="12454" y="6397"/>
                    <a:pt x="0" y="43259"/>
                    <a:pt x="22860" y="49676"/>
                  </a:cubicBezTo>
                  <a:cubicBezTo>
                    <a:pt x="24041" y="50009"/>
                    <a:pt x="25216" y="50166"/>
                    <a:pt x="26363" y="50166"/>
                  </a:cubicBezTo>
                  <a:cubicBezTo>
                    <a:pt x="32982" y="50166"/>
                    <a:pt x="38707" y="44944"/>
                    <a:pt x="39529" y="38044"/>
                  </a:cubicBezTo>
                  <a:cubicBezTo>
                    <a:pt x="40596" y="29154"/>
                    <a:pt x="32624" y="22601"/>
                    <a:pt x="24283" y="22601"/>
                  </a:cubicBezTo>
                  <a:cubicBezTo>
                    <a:pt x="24245" y="22601"/>
                    <a:pt x="24208" y="22601"/>
                    <a:pt x="24170" y="22601"/>
                  </a:cubicBezTo>
                  <a:cubicBezTo>
                    <a:pt x="23622" y="15255"/>
                    <a:pt x="25932" y="9600"/>
                    <a:pt x="29802" y="3254"/>
                  </a:cubicBezTo>
                  <a:cubicBezTo>
                    <a:pt x="30052" y="2837"/>
                    <a:pt x="29980" y="2420"/>
                    <a:pt x="29754" y="2111"/>
                  </a:cubicBezTo>
                  <a:cubicBezTo>
                    <a:pt x="29778" y="2099"/>
                    <a:pt x="29813" y="2063"/>
                    <a:pt x="29837" y="2051"/>
                  </a:cubicBezTo>
                  <a:cubicBezTo>
                    <a:pt x="30727" y="1511"/>
                    <a:pt x="30316" y="0"/>
                    <a:pt x="293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8694" name="Google Shape;8694;p36"/>
            <p:cNvSpPr/>
            <p:nvPr/>
          </p:nvSpPr>
          <p:spPr>
            <a:xfrm>
              <a:off x="4348450" y="1863975"/>
              <a:ext cx="1014625" cy="1254150"/>
            </a:xfrm>
            <a:custGeom>
              <a:avLst/>
              <a:gdLst/>
              <a:ahLst/>
              <a:cxnLst/>
              <a:rect l="l" t="t" r="r" b="b"/>
              <a:pathLst>
                <a:path w="40585" h="50166" extrusionOk="0">
                  <a:moveTo>
                    <a:pt x="25170" y="5683"/>
                  </a:moveTo>
                  <a:lnTo>
                    <a:pt x="25170" y="5683"/>
                  </a:lnTo>
                  <a:cubicBezTo>
                    <a:pt x="24503" y="6790"/>
                    <a:pt x="23980" y="7981"/>
                    <a:pt x="23515" y="9183"/>
                  </a:cubicBezTo>
                  <a:cubicBezTo>
                    <a:pt x="23539" y="8826"/>
                    <a:pt x="23587" y="8469"/>
                    <a:pt x="23622" y="8112"/>
                  </a:cubicBezTo>
                  <a:cubicBezTo>
                    <a:pt x="23646" y="7838"/>
                    <a:pt x="23527" y="7647"/>
                    <a:pt x="23349" y="7516"/>
                  </a:cubicBezTo>
                  <a:cubicBezTo>
                    <a:pt x="23944" y="6873"/>
                    <a:pt x="24551" y="6266"/>
                    <a:pt x="25170" y="5683"/>
                  </a:cubicBezTo>
                  <a:close/>
                  <a:moveTo>
                    <a:pt x="19491" y="12386"/>
                  </a:moveTo>
                  <a:lnTo>
                    <a:pt x="19491" y="12386"/>
                  </a:lnTo>
                  <a:cubicBezTo>
                    <a:pt x="18503" y="14529"/>
                    <a:pt x="17669" y="16756"/>
                    <a:pt x="17038" y="19018"/>
                  </a:cubicBezTo>
                  <a:cubicBezTo>
                    <a:pt x="16979" y="18887"/>
                    <a:pt x="16860" y="18792"/>
                    <a:pt x="16729" y="18780"/>
                  </a:cubicBezTo>
                  <a:cubicBezTo>
                    <a:pt x="16741" y="18661"/>
                    <a:pt x="16741" y="18530"/>
                    <a:pt x="16753" y="18411"/>
                  </a:cubicBezTo>
                  <a:cubicBezTo>
                    <a:pt x="16788" y="18101"/>
                    <a:pt x="16622" y="17863"/>
                    <a:pt x="16395" y="17708"/>
                  </a:cubicBezTo>
                  <a:cubicBezTo>
                    <a:pt x="17312" y="15863"/>
                    <a:pt x="18348" y="14077"/>
                    <a:pt x="19491" y="12386"/>
                  </a:cubicBezTo>
                  <a:close/>
                  <a:moveTo>
                    <a:pt x="21503" y="16113"/>
                  </a:moveTo>
                  <a:cubicBezTo>
                    <a:pt x="21455" y="19030"/>
                    <a:pt x="21598" y="21970"/>
                    <a:pt x="22087" y="24780"/>
                  </a:cubicBezTo>
                  <a:cubicBezTo>
                    <a:pt x="22027" y="24780"/>
                    <a:pt x="21944" y="24792"/>
                    <a:pt x="21896" y="24792"/>
                  </a:cubicBezTo>
                  <a:cubicBezTo>
                    <a:pt x="21301" y="23316"/>
                    <a:pt x="20801" y="21792"/>
                    <a:pt x="20408" y="20208"/>
                  </a:cubicBezTo>
                  <a:cubicBezTo>
                    <a:pt x="20741" y="18851"/>
                    <a:pt x="21110" y="17482"/>
                    <a:pt x="21503" y="16113"/>
                  </a:cubicBezTo>
                  <a:close/>
                  <a:moveTo>
                    <a:pt x="20027" y="21875"/>
                  </a:moveTo>
                  <a:cubicBezTo>
                    <a:pt x="20289" y="22923"/>
                    <a:pt x="20598" y="23935"/>
                    <a:pt x="20932" y="24923"/>
                  </a:cubicBezTo>
                  <a:cubicBezTo>
                    <a:pt x="20408" y="25030"/>
                    <a:pt x="19884" y="25197"/>
                    <a:pt x="19360" y="25423"/>
                  </a:cubicBezTo>
                  <a:cubicBezTo>
                    <a:pt x="19527" y="24245"/>
                    <a:pt x="19765" y="23054"/>
                    <a:pt x="20027" y="21875"/>
                  </a:cubicBezTo>
                  <a:close/>
                  <a:moveTo>
                    <a:pt x="21205" y="11398"/>
                  </a:moveTo>
                  <a:lnTo>
                    <a:pt x="21205" y="11398"/>
                  </a:lnTo>
                  <a:cubicBezTo>
                    <a:pt x="19848" y="16553"/>
                    <a:pt x="18288" y="21506"/>
                    <a:pt x="17765" y="26340"/>
                  </a:cubicBezTo>
                  <a:cubicBezTo>
                    <a:pt x="17645" y="26435"/>
                    <a:pt x="17538" y="26531"/>
                    <a:pt x="17443" y="26626"/>
                  </a:cubicBezTo>
                  <a:cubicBezTo>
                    <a:pt x="17479" y="21482"/>
                    <a:pt x="19050" y="16208"/>
                    <a:pt x="21205" y="11398"/>
                  </a:cubicBezTo>
                  <a:close/>
                  <a:moveTo>
                    <a:pt x="14752" y="23292"/>
                  </a:moveTo>
                  <a:cubicBezTo>
                    <a:pt x="14681" y="24983"/>
                    <a:pt x="14717" y="26697"/>
                    <a:pt x="14836" y="28364"/>
                  </a:cubicBezTo>
                  <a:cubicBezTo>
                    <a:pt x="14800" y="28281"/>
                    <a:pt x="14764" y="28197"/>
                    <a:pt x="14717" y="28102"/>
                  </a:cubicBezTo>
                  <a:cubicBezTo>
                    <a:pt x="14653" y="27944"/>
                    <a:pt x="14505" y="27860"/>
                    <a:pt x="14356" y="27860"/>
                  </a:cubicBezTo>
                  <a:cubicBezTo>
                    <a:pt x="14337" y="27860"/>
                    <a:pt x="14318" y="27861"/>
                    <a:pt x="14300" y="27864"/>
                  </a:cubicBezTo>
                  <a:cubicBezTo>
                    <a:pt x="14133" y="26531"/>
                    <a:pt x="14216" y="25185"/>
                    <a:pt x="14562" y="23840"/>
                  </a:cubicBezTo>
                  <a:cubicBezTo>
                    <a:pt x="14633" y="23661"/>
                    <a:pt x="14681" y="23471"/>
                    <a:pt x="14752" y="23292"/>
                  </a:cubicBezTo>
                  <a:close/>
                  <a:moveTo>
                    <a:pt x="21551" y="26566"/>
                  </a:moveTo>
                  <a:cubicBezTo>
                    <a:pt x="21670" y="26876"/>
                    <a:pt x="21813" y="27185"/>
                    <a:pt x="21932" y="27507"/>
                  </a:cubicBezTo>
                  <a:cubicBezTo>
                    <a:pt x="20836" y="27638"/>
                    <a:pt x="19884" y="28126"/>
                    <a:pt x="19229" y="29138"/>
                  </a:cubicBezTo>
                  <a:cubicBezTo>
                    <a:pt x="19705" y="27638"/>
                    <a:pt x="20479" y="26792"/>
                    <a:pt x="21551" y="26566"/>
                  </a:cubicBezTo>
                  <a:close/>
                  <a:moveTo>
                    <a:pt x="25897" y="25507"/>
                  </a:moveTo>
                  <a:lnTo>
                    <a:pt x="25897" y="25507"/>
                  </a:lnTo>
                  <a:cubicBezTo>
                    <a:pt x="29123" y="25911"/>
                    <a:pt x="32112" y="27483"/>
                    <a:pt x="34171" y="29793"/>
                  </a:cubicBezTo>
                  <a:cubicBezTo>
                    <a:pt x="33826" y="29555"/>
                    <a:pt x="33469" y="29364"/>
                    <a:pt x="33100" y="29233"/>
                  </a:cubicBezTo>
                  <a:cubicBezTo>
                    <a:pt x="33040" y="29209"/>
                    <a:pt x="32993" y="29198"/>
                    <a:pt x="32933" y="29198"/>
                  </a:cubicBezTo>
                  <a:cubicBezTo>
                    <a:pt x="31695" y="28364"/>
                    <a:pt x="30326" y="27721"/>
                    <a:pt x="28945" y="27340"/>
                  </a:cubicBezTo>
                  <a:cubicBezTo>
                    <a:pt x="27992" y="26578"/>
                    <a:pt x="26968" y="25959"/>
                    <a:pt x="25897" y="25507"/>
                  </a:cubicBezTo>
                  <a:close/>
                  <a:moveTo>
                    <a:pt x="28825" y="29364"/>
                  </a:moveTo>
                  <a:cubicBezTo>
                    <a:pt x="29552" y="30019"/>
                    <a:pt x="30302" y="30864"/>
                    <a:pt x="30945" y="31817"/>
                  </a:cubicBezTo>
                  <a:cubicBezTo>
                    <a:pt x="30076" y="30936"/>
                    <a:pt x="29123" y="30150"/>
                    <a:pt x="28123" y="29495"/>
                  </a:cubicBezTo>
                  <a:cubicBezTo>
                    <a:pt x="28349" y="29436"/>
                    <a:pt x="28587" y="29388"/>
                    <a:pt x="28825" y="29364"/>
                  </a:cubicBezTo>
                  <a:close/>
                  <a:moveTo>
                    <a:pt x="28123" y="31019"/>
                  </a:moveTo>
                  <a:lnTo>
                    <a:pt x="28123" y="31019"/>
                  </a:lnTo>
                  <a:cubicBezTo>
                    <a:pt x="28540" y="31329"/>
                    <a:pt x="28933" y="31686"/>
                    <a:pt x="29302" y="32115"/>
                  </a:cubicBezTo>
                  <a:cubicBezTo>
                    <a:pt x="30635" y="33400"/>
                    <a:pt x="31659" y="34889"/>
                    <a:pt x="32350" y="36567"/>
                  </a:cubicBezTo>
                  <a:cubicBezTo>
                    <a:pt x="31076" y="34615"/>
                    <a:pt x="29659" y="32805"/>
                    <a:pt x="28123" y="31019"/>
                  </a:cubicBezTo>
                  <a:close/>
                  <a:moveTo>
                    <a:pt x="26611" y="30138"/>
                  </a:moveTo>
                  <a:cubicBezTo>
                    <a:pt x="26718" y="30186"/>
                    <a:pt x="26813" y="30221"/>
                    <a:pt x="26909" y="30269"/>
                  </a:cubicBezTo>
                  <a:cubicBezTo>
                    <a:pt x="26670" y="30448"/>
                    <a:pt x="26539" y="30805"/>
                    <a:pt x="26789" y="31103"/>
                  </a:cubicBezTo>
                  <a:cubicBezTo>
                    <a:pt x="28397" y="33055"/>
                    <a:pt x="29778" y="35043"/>
                    <a:pt x="31076" y="37151"/>
                  </a:cubicBezTo>
                  <a:cubicBezTo>
                    <a:pt x="30790" y="36948"/>
                    <a:pt x="30528" y="36758"/>
                    <a:pt x="30254" y="36556"/>
                  </a:cubicBezTo>
                  <a:cubicBezTo>
                    <a:pt x="29218" y="34210"/>
                    <a:pt x="27468" y="31888"/>
                    <a:pt x="25706" y="30793"/>
                  </a:cubicBezTo>
                  <a:cubicBezTo>
                    <a:pt x="25980" y="30543"/>
                    <a:pt x="26301" y="30329"/>
                    <a:pt x="26611" y="30138"/>
                  </a:cubicBezTo>
                  <a:close/>
                  <a:moveTo>
                    <a:pt x="20682" y="30864"/>
                  </a:moveTo>
                  <a:lnTo>
                    <a:pt x="20682" y="30864"/>
                  </a:lnTo>
                  <a:cubicBezTo>
                    <a:pt x="20503" y="31567"/>
                    <a:pt x="20432" y="32365"/>
                    <a:pt x="20467" y="33293"/>
                  </a:cubicBezTo>
                  <a:cubicBezTo>
                    <a:pt x="20539" y="34686"/>
                    <a:pt x="21146" y="36294"/>
                    <a:pt x="22075" y="37818"/>
                  </a:cubicBezTo>
                  <a:cubicBezTo>
                    <a:pt x="21622" y="37449"/>
                    <a:pt x="21194" y="37056"/>
                    <a:pt x="20789" y="36663"/>
                  </a:cubicBezTo>
                  <a:cubicBezTo>
                    <a:pt x="19908" y="34984"/>
                    <a:pt x="19646" y="33174"/>
                    <a:pt x="20003" y="31222"/>
                  </a:cubicBezTo>
                  <a:cubicBezTo>
                    <a:pt x="20241" y="31091"/>
                    <a:pt x="20467" y="30983"/>
                    <a:pt x="20682" y="30864"/>
                  </a:cubicBezTo>
                  <a:close/>
                  <a:moveTo>
                    <a:pt x="31326" y="29710"/>
                  </a:moveTo>
                  <a:lnTo>
                    <a:pt x="31326" y="29710"/>
                  </a:lnTo>
                  <a:cubicBezTo>
                    <a:pt x="31731" y="29888"/>
                    <a:pt x="32112" y="30126"/>
                    <a:pt x="32504" y="30400"/>
                  </a:cubicBezTo>
                  <a:cubicBezTo>
                    <a:pt x="33338" y="31865"/>
                    <a:pt x="35422" y="36056"/>
                    <a:pt x="35267" y="38889"/>
                  </a:cubicBezTo>
                  <a:cubicBezTo>
                    <a:pt x="35029" y="38996"/>
                    <a:pt x="34743" y="39115"/>
                    <a:pt x="34433" y="39258"/>
                  </a:cubicBezTo>
                  <a:cubicBezTo>
                    <a:pt x="34469" y="38973"/>
                    <a:pt x="34493" y="38699"/>
                    <a:pt x="34493" y="38377"/>
                  </a:cubicBezTo>
                  <a:cubicBezTo>
                    <a:pt x="34481" y="38103"/>
                    <a:pt x="34433" y="37806"/>
                    <a:pt x="34374" y="37508"/>
                  </a:cubicBezTo>
                  <a:cubicBezTo>
                    <a:pt x="34350" y="34829"/>
                    <a:pt x="33159" y="32007"/>
                    <a:pt x="31326" y="29710"/>
                  </a:cubicBezTo>
                  <a:close/>
                  <a:moveTo>
                    <a:pt x="24158" y="33984"/>
                  </a:moveTo>
                  <a:lnTo>
                    <a:pt x="24158" y="33984"/>
                  </a:lnTo>
                  <a:cubicBezTo>
                    <a:pt x="25170" y="36103"/>
                    <a:pt x="26563" y="38008"/>
                    <a:pt x="28290" y="39532"/>
                  </a:cubicBezTo>
                  <a:cubicBezTo>
                    <a:pt x="28421" y="39782"/>
                    <a:pt x="28575" y="40044"/>
                    <a:pt x="28718" y="40306"/>
                  </a:cubicBezTo>
                  <a:cubicBezTo>
                    <a:pt x="27742" y="39413"/>
                    <a:pt x="26801" y="38484"/>
                    <a:pt x="25920" y="37484"/>
                  </a:cubicBezTo>
                  <a:cubicBezTo>
                    <a:pt x="23837" y="36258"/>
                    <a:pt x="23277" y="35079"/>
                    <a:pt x="24158" y="33984"/>
                  </a:cubicBezTo>
                  <a:close/>
                  <a:moveTo>
                    <a:pt x="23622" y="36937"/>
                  </a:moveTo>
                  <a:cubicBezTo>
                    <a:pt x="24813" y="38234"/>
                    <a:pt x="26135" y="39425"/>
                    <a:pt x="26909" y="40330"/>
                  </a:cubicBezTo>
                  <a:cubicBezTo>
                    <a:pt x="26468" y="40139"/>
                    <a:pt x="26075" y="39830"/>
                    <a:pt x="25682" y="39365"/>
                  </a:cubicBezTo>
                  <a:cubicBezTo>
                    <a:pt x="24611" y="38699"/>
                    <a:pt x="23956" y="37841"/>
                    <a:pt x="23622" y="36937"/>
                  </a:cubicBezTo>
                  <a:close/>
                  <a:moveTo>
                    <a:pt x="13883" y="30805"/>
                  </a:moveTo>
                  <a:cubicBezTo>
                    <a:pt x="14455" y="32472"/>
                    <a:pt x="15312" y="34127"/>
                    <a:pt x="16348" y="35698"/>
                  </a:cubicBezTo>
                  <a:cubicBezTo>
                    <a:pt x="17086" y="37615"/>
                    <a:pt x="18098" y="39425"/>
                    <a:pt x="19527" y="41020"/>
                  </a:cubicBezTo>
                  <a:cubicBezTo>
                    <a:pt x="18074" y="40235"/>
                    <a:pt x="16764" y="39246"/>
                    <a:pt x="15740" y="37853"/>
                  </a:cubicBezTo>
                  <a:cubicBezTo>
                    <a:pt x="14693" y="36472"/>
                    <a:pt x="13931" y="35043"/>
                    <a:pt x="13812" y="33258"/>
                  </a:cubicBezTo>
                  <a:cubicBezTo>
                    <a:pt x="13764" y="32722"/>
                    <a:pt x="13740" y="31567"/>
                    <a:pt x="13883" y="30805"/>
                  </a:cubicBezTo>
                  <a:close/>
                  <a:moveTo>
                    <a:pt x="23956" y="42140"/>
                  </a:moveTo>
                  <a:lnTo>
                    <a:pt x="23956" y="42140"/>
                  </a:lnTo>
                  <a:cubicBezTo>
                    <a:pt x="25051" y="42961"/>
                    <a:pt x="26206" y="43604"/>
                    <a:pt x="27337" y="43961"/>
                  </a:cubicBezTo>
                  <a:cubicBezTo>
                    <a:pt x="27170" y="44080"/>
                    <a:pt x="26992" y="44164"/>
                    <a:pt x="26813" y="44259"/>
                  </a:cubicBezTo>
                  <a:cubicBezTo>
                    <a:pt x="25789" y="43783"/>
                    <a:pt x="24813" y="42973"/>
                    <a:pt x="23956" y="42140"/>
                  </a:cubicBezTo>
                  <a:close/>
                  <a:moveTo>
                    <a:pt x="15848" y="39925"/>
                  </a:moveTo>
                  <a:lnTo>
                    <a:pt x="15848" y="39925"/>
                  </a:lnTo>
                  <a:cubicBezTo>
                    <a:pt x="18110" y="41997"/>
                    <a:pt x="21122" y="43545"/>
                    <a:pt x="23920" y="44330"/>
                  </a:cubicBezTo>
                  <a:cubicBezTo>
                    <a:pt x="23932" y="44342"/>
                    <a:pt x="23950" y="44342"/>
                    <a:pt x="23968" y="44342"/>
                  </a:cubicBezTo>
                  <a:cubicBezTo>
                    <a:pt x="23986" y="44342"/>
                    <a:pt x="24003" y="44342"/>
                    <a:pt x="24015" y="44354"/>
                  </a:cubicBezTo>
                  <a:lnTo>
                    <a:pt x="24420" y="44664"/>
                  </a:lnTo>
                  <a:cubicBezTo>
                    <a:pt x="24230" y="44652"/>
                    <a:pt x="24015" y="44628"/>
                    <a:pt x="23825" y="44592"/>
                  </a:cubicBezTo>
                  <a:cubicBezTo>
                    <a:pt x="20420" y="44390"/>
                    <a:pt x="17681" y="42533"/>
                    <a:pt x="15848" y="39925"/>
                  </a:cubicBezTo>
                  <a:close/>
                  <a:moveTo>
                    <a:pt x="31576" y="43533"/>
                  </a:moveTo>
                  <a:cubicBezTo>
                    <a:pt x="31981" y="43759"/>
                    <a:pt x="32433" y="43914"/>
                    <a:pt x="32909" y="43973"/>
                  </a:cubicBezTo>
                  <a:cubicBezTo>
                    <a:pt x="32065" y="44522"/>
                    <a:pt x="31033" y="44846"/>
                    <a:pt x="29780" y="44846"/>
                  </a:cubicBezTo>
                  <a:cubicBezTo>
                    <a:pt x="29621" y="44846"/>
                    <a:pt x="29457" y="44841"/>
                    <a:pt x="29290" y="44830"/>
                  </a:cubicBezTo>
                  <a:cubicBezTo>
                    <a:pt x="29718" y="44604"/>
                    <a:pt x="30135" y="44330"/>
                    <a:pt x="30552" y="44033"/>
                  </a:cubicBezTo>
                  <a:cubicBezTo>
                    <a:pt x="30909" y="43914"/>
                    <a:pt x="31254" y="43759"/>
                    <a:pt x="31576" y="43533"/>
                  </a:cubicBezTo>
                  <a:close/>
                  <a:moveTo>
                    <a:pt x="21039" y="45759"/>
                  </a:moveTo>
                  <a:lnTo>
                    <a:pt x="21039" y="45759"/>
                  </a:lnTo>
                  <a:cubicBezTo>
                    <a:pt x="21998" y="46017"/>
                    <a:pt x="22982" y="46150"/>
                    <a:pt x="23968" y="46150"/>
                  </a:cubicBezTo>
                  <a:cubicBezTo>
                    <a:pt x="24757" y="46150"/>
                    <a:pt x="25547" y="46065"/>
                    <a:pt x="26325" y="45890"/>
                  </a:cubicBezTo>
                  <a:cubicBezTo>
                    <a:pt x="27063" y="46307"/>
                    <a:pt x="27849" y="46676"/>
                    <a:pt x="28623" y="46890"/>
                  </a:cubicBezTo>
                  <a:cubicBezTo>
                    <a:pt x="27936" y="47022"/>
                    <a:pt x="27235" y="47087"/>
                    <a:pt x="26528" y="47087"/>
                  </a:cubicBezTo>
                  <a:cubicBezTo>
                    <a:pt x="24676" y="47087"/>
                    <a:pt x="22788" y="46638"/>
                    <a:pt x="21039" y="45759"/>
                  </a:cubicBezTo>
                  <a:close/>
                  <a:moveTo>
                    <a:pt x="29377" y="0"/>
                  </a:moveTo>
                  <a:cubicBezTo>
                    <a:pt x="29260" y="0"/>
                    <a:pt x="29135" y="24"/>
                    <a:pt x="29004" y="75"/>
                  </a:cubicBezTo>
                  <a:cubicBezTo>
                    <a:pt x="12454" y="6397"/>
                    <a:pt x="0" y="43259"/>
                    <a:pt x="22860" y="49676"/>
                  </a:cubicBezTo>
                  <a:cubicBezTo>
                    <a:pt x="24041" y="50009"/>
                    <a:pt x="25216" y="50166"/>
                    <a:pt x="26363" y="50166"/>
                  </a:cubicBezTo>
                  <a:cubicBezTo>
                    <a:pt x="32982" y="50166"/>
                    <a:pt x="38707" y="44944"/>
                    <a:pt x="39529" y="38044"/>
                  </a:cubicBezTo>
                  <a:cubicBezTo>
                    <a:pt x="40584" y="29154"/>
                    <a:pt x="32601" y="22601"/>
                    <a:pt x="24283" y="22601"/>
                  </a:cubicBezTo>
                  <a:cubicBezTo>
                    <a:pt x="24245" y="22601"/>
                    <a:pt x="24208" y="22601"/>
                    <a:pt x="24170" y="22601"/>
                  </a:cubicBezTo>
                  <a:cubicBezTo>
                    <a:pt x="23611" y="15255"/>
                    <a:pt x="25920" y="9600"/>
                    <a:pt x="29790" y="3254"/>
                  </a:cubicBezTo>
                  <a:cubicBezTo>
                    <a:pt x="30040" y="2837"/>
                    <a:pt x="29968" y="2420"/>
                    <a:pt x="29742" y="2111"/>
                  </a:cubicBezTo>
                  <a:cubicBezTo>
                    <a:pt x="29778" y="2099"/>
                    <a:pt x="29814" y="2063"/>
                    <a:pt x="29837" y="2051"/>
                  </a:cubicBezTo>
                  <a:cubicBezTo>
                    <a:pt x="30727" y="1511"/>
                    <a:pt x="30317" y="0"/>
                    <a:pt x="293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8695" name="Google Shape;8695;p36"/>
          <p:cNvGrpSpPr/>
          <p:nvPr/>
        </p:nvGrpSpPr>
        <p:grpSpPr>
          <a:xfrm>
            <a:off x="2622994" y="2890542"/>
            <a:ext cx="1689149" cy="70492"/>
            <a:chOff x="3445893" y="4053330"/>
            <a:chExt cx="2252199" cy="93989"/>
          </a:xfrm>
        </p:grpSpPr>
        <p:sp>
          <p:nvSpPr>
            <p:cNvPr id="8696" name="Google Shape;8696;p36"/>
            <p:cNvSpPr/>
            <p:nvPr/>
          </p:nvSpPr>
          <p:spPr>
            <a:xfrm>
              <a:off x="3445893" y="4088755"/>
              <a:ext cx="2252199" cy="58564"/>
            </a:xfrm>
            <a:custGeom>
              <a:avLst/>
              <a:gdLst/>
              <a:ahLst/>
              <a:cxnLst/>
              <a:rect l="l" t="t" r="r" b="b"/>
              <a:pathLst>
                <a:path w="10344" h="617" extrusionOk="0">
                  <a:moveTo>
                    <a:pt x="371" y="0"/>
                  </a:moveTo>
                  <a:cubicBezTo>
                    <a:pt x="274" y="0"/>
                    <a:pt x="176" y="4"/>
                    <a:pt x="77" y="13"/>
                  </a:cubicBezTo>
                  <a:cubicBezTo>
                    <a:pt x="1" y="13"/>
                    <a:pt x="3" y="132"/>
                    <a:pt x="78" y="132"/>
                  </a:cubicBezTo>
                  <a:cubicBezTo>
                    <a:pt x="79" y="132"/>
                    <a:pt x="80" y="132"/>
                    <a:pt x="81" y="132"/>
                  </a:cubicBezTo>
                  <a:cubicBezTo>
                    <a:pt x="246" y="140"/>
                    <a:pt x="410" y="177"/>
                    <a:pt x="574" y="189"/>
                  </a:cubicBezTo>
                  <a:cubicBezTo>
                    <a:pt x="738" y="206"/>
                    <a:pt x="902" y="226"/>
                    <a:pt x="1062" y="247"/>
                  </a:cubicBezTo>
                  <a:cubicBezTo>
                    <a:pt x="1226" y="263"/>
                    <a:pt x="1395" y="271"/>
                    <a:pt x="1555" y="292"/>
                  </a:cubicBezTo>
                  <a:cubicBezTo>
                    <a:pt x="1719" y="317"/>
                    <a:pt x="1883" y="325"/>
                    <a:pt x="2047" y="349"/>
                  </a:cubicBezTo>
                  <a:cubicBezTo>
                    <a:pt x="2211" y="378"/>
                    <a:pt x="2375" y="431"/>
                    <a:pt x="2543" y="448"/>
                  </a:cubicBezTo>
                  <a:cubicBezTo>
                    <a:pt x="2712" y="464"/>
                    <a:pt x="2880" y="485"/>
                    <a:pt x="3052" y="497"/>
                  </a:cubicBezTo>
                  <a:cubicBezTo>
                    <a:pt x="3093" y="500"/>
                    <a:pt x="3134" y="501"/>
                    <a:pt x="3175" y="501"/>
                  </a:cubicBezTo>
                  <a:cubicBezTo>
                    <a:pt x="3273" y="501"/>
                    <a:pt x="3371" y="495"/>
                    <a:pt x="3470" y="495"/>
                  </a:cubicBezTo>
                  <a:cubicBezTo>
                    <a:pt x="3501" y="495"/>
                    <a:pt x="3531" y="496"/>
                    <a:pt x="3561" y="497"/>
                  </a:cubicBezTo>
                  <a:cubicBezTo>
                    <a:pt x="3729" y="501"/>
                    <a:pt x="3898" y="518"/>
                    <a:pt x="4066" y="526"/>
                  </a:cubicBezTo>
                  <a:cubicBezTo>
                    <a:pt x="4152" y="530"/>
                    <a:pt x="4235" y="530"/>
                    <a:pt x="4318" y="530"/>
                  </a:cubicBezTo>
                  <a:cubicBezTo>
                    <a:pt x="4400" y="530"/>
                    <a:pt x="4482" y="530"/>
                    <a:pt x="4566" y="534"/>
                  </a:cubicBezTo>
                  <a:cubicBezTo>
                    <a:pt x="4730" y="538"/>
                    <a:pt x="4895" y="591"/>
                    <a:pt x="5063" y="596"/>
                  </a:cubicBezTo>
                  <a:cubicBezTo>
                    <a:pt x="5078" y="596"/>
                    <a:pt x="5093" y="596"/>
                    <a:pt x="5108" y="596"/>
                  </a:cubicBezTo>
                  <a:cubicBezTo>
                    <a:pt x="5243" y="596"/>
                    <a:pt x="5380" y="583"/>
                    <a:pt x="5514" y="583"/>
                  </a:cubicBezTo>
                  <a:cubicBezTo>
                    <a:pt x="5529" y="583"/>
                    <a:pt x="5544" y="583"/>
                    <a:pt x="5559" y="583"/>
                  </a:cubicBezTo>
                  <a:cubicBezTo>
                    <a:pt x="5615" y="585"/>
                    <a:pt x="5671" y="585"/>
                    <a:pt x="5727" y="585"/>
                  </a:cubicBezTo>
                  <a:cubicBezTo>
                    <a:pt x="5837" y="585"/>
                    <a:pt x="5948" y="583"/>
                    <a:pt x="6060" y="583"/>
                  </a:cubicBezTo>
                  <a:cubicBezTo>
                    <a:pt x="6224" y="583"/>
                    <a:pt x="6392" y="616"/>
                    <a:pt x="6556" y="616"/>
                  </a:cubicBezTo>
                  <a:cubicBezTo>
                    <a:pt x="6721" y="616"/>
                    <a:pt x="6889" y="600"/>
                    <a:pt x="7053" y="600"/>
                  </a:cubicBezTo>
                  <a:cubicBezTo>
                    <a:pt x="7221" y="596"/>
                    <a:pt x="7385" y="563"/>
                    <a:pt x="7554" y="559"/>
                  </a:cubicBezTo>
                  <a:cubicBezTo>
                    <a:pt x="7570" y="558"/>
                    <a:pt x="7587" y="557"/>
                    <a:pt x="7603" y="557"/>
                  </a:cubicBezTo>
                  <a:cubicBezTo>
                    <a:pt x="7735" y="557"/>
                    <a:pt x="7869" y="580"/>
                    <a:pt x="8000" y="580"/>
                  </a:cubicBezTo>
                  <a:cubicBezTo>
                    <a:pt x="8017" y="580"/>
                    <a:pt x="8033" y="580"/>
                    <a:pt x="8050" y="579"/>
                  </a:cubicBezTo>
                  <a:cubicBezTo>
                    <a:pt x="8243" y="571"/>
                    <a:pt x="8428" y="522"/>
                    <a:pt x="8616" y="509"/>
                  </a:cubicBezTo>
                  <a:cubicBezTo>
                    <a:pt x="8805" y="497"/>
                    <a:pt x="8994" y="477"/>
                    <a:pt x="9178" y="460"/>
                  </a:cubicBezTo>
                  <a:cubicBezTo>
                    <a:pt x="9367" y="440"/>
                    <a:pt x="9560" y="448"/>
                    <a:pt x="9749" y="427"/>
                  </a:cubicBezTo>
                  <a:cubicBezTo>
                    <a:pt x="9938" y="403"/>
                    <a:pt x="10122" y="370"/>
                    <a:pt x="10311" y="341"/>
                  </a:cubicBezTo>
                  <a:cubicBezTo>
                    <a:pt x="10340" y="337"/>
                    <a:pt x="10344" y="267"/>
                    <a:pt x="10311" y="267"/>
                  </a:cubicBezTo>
                  <a:cubicBezTo>
                    <a:pt x="10143" y="271"/>
                    <a:pt x="9974" y="280"/>
                    <a:pt x="9810" y="284"/>
                  </a:cubicBezTo>
                  <a:cubicBezTo>
                    <a:pt x="9642" y="288"/>
                    <a:pt x="9474" y="308"/>
                    <a:pt x="9310" y="312"/>
                  </a:cubicBezTo>
                  <a:cubicBezTo>
                    <a:pt x="9141" y="317"/>
                    <a:pt x="8977" y="325"/>
                    <a:pt x="8809" y="329"/>
                  </a:cubicBezTo>
                  <a:cubicBezTo>
                    <a:pt x="8641" y="333"/>
                    <a:pt x="8477" y="345"/>
                    <a:pt x="8309" y="349"/>
                  </a:cubicBezTo>
                  <a:cubicBezTo>
                    <a:pt x="8296" y="350"/>
                    <a:pt x="8283" y="350"/>
                    <a:pt x="8270" y="350"/>
                  </a:cubicBezTo>
                  <a:cubicBezTo>
                    <a:pt x="8115" y="350"/>
                    <a:pt x="7963" y="329"/>
                    <a:pt x="7808" y="329"/>
                  </a:cubicBezTo>
                  <a:cubicBezTo>
                    <a:pt x="7640" y="333"/>
                    <a:pt x="7476" y="382"/>
                    <a:pt x="7307" y="386"/>
                  </a:cubicBezTo>
                  <a:cubicBezTo>
                    <a:pt x="7300" y="387"/>
                    <a:pt x="7293" y="387"/>
                    <a:pt x="7285" y="387"/>
                  </a:cubicBezTo>
                  <a:cubicBezTo>
                    <a:pt x="7132" y="387"/>
                    <a:pt x="6982" y="349"/>
                    <a:pt x="6829" y="349"/>
                  </a:cubicBezTo>
                  <a:cubicBezTo>
                    <a:pt x="6821" y="349"/>
                    <a:pt x="6814" y="349"/>
                    <a:pt x="6807" y="349"/>
                  </a:cubicBezTo>
                  <a:lnTo>
                    <a:pt x="6306" y="349"/>
                  </a:lnTo>
                  <a:cubicBezTo>
                    <a:pt x="6160" y="349"/>
                    <a:pt x="6011" y="362"/>
                    <a:pt x="5862" y="362"/>
                  </a:cubicBezTo>
                  <a:cubicBezTo>
                    <a:pt x="5843" y="362"/>
                    <a:pt x="5824" y="362"/>
                    <a:pt x="5806" y="362"/>
                  </a:cubicBezTo>
                  <a:cubicBezTo>
                    <a:pt x="5751" y="360"/>
                    <a:pt x="5696" y="360"/>
                    <a:pt x="5640" y="360"/>
                  </a:cubicBezTo>
                  <a:cubicBezTo>
                    <a:pt x="5529" y="360"/>
                    <a:pt x="5417" y="362"/>
                    <a:pt x="5305" y="362"/>
                  </a:cubicBezTo>
                  <a:cubicBezTo>
                    <a:pt x="5193" y="362"/>
                    <a:pt x="5082" y="365"/>
                    <a:pt x="4972" y="365"/>
                  </a:cubicBezTo>
                  <a:cubicBezTo>
                    <a:pt x="4916" y="365"/>
                    <a:pt x="4860" y="364"/>
                    <a:pt x="4804" y="362"/>
                  </a:cubicBezTo>
                  <a:cubicBezTo>
                    <a:pt x="4636" y="354"/>
                    <a:pt x="4472" y="329"/>
                    <a:pt x="4304" y="321"/>
                  </a:cubicBezTo>
                  <a:cubicBezTo>
                    <a:pt x="4220" y="317"/>
                    <a:pt x="4137" y="317"/>
                    <a:pt x="4053" y="317"/>
                  </a:cubicBezTo>
                  <a:cubicBezTo>
                    <a:pt x="3970" y="317"/>
                    <a:pt x="3887" y="317"/>
                    <a:pt x="3803" y="312"/>
                  </a:cubicBezTo>
                  <a:cubicBezTo>
                    <a:pt x="3635" y="308"/>
                    <a:pt x="3471" y="255"/>
                    <a:pt x="3307" y="247"/>
                  </a:cubicBezTo>
                  <a:cubicBezTo>
                    <a:pt x="3138" y="239"/>
                    <a:pt x="2974" y="230"/>
                    <a:pt x="2806" y="218"/>
                  </a:cubicBezTo>
                  <a:cubicBezTo>
                    <a:pt x="2638" y="210"/>
                    <a:pt x="2474" y="198"/>
                    <a:pt x="2305" y="185"/>
                  </a:cubicBezTo>
                  <a:cubicBezTo>
                    <a:pt x="2117" y="173"/>
                    <a:pt x="1924" y="173"/>
                    <a:pt x="1731" y="152"/>
                  </a:cubicBezTo>
                  <a:cubicBezTo>
                    <a:pt x="1542" y="136"/>
                    <a:pt x="1354" y="111"/>
                    <a:pt x="1165" y="79"/>
                  </a:cubicBezTo>
                  <a:cubicBezTo>
                    <a:pt x="984" y="50"/>
                    <a:pt x="804" y="21"/>
                    <a:pt x="623" y="9"/>
                  </a:cubicBezTo>
                  <a:cubicBezTo>
                    <a:pt x="539" y="3"/>
                    <a:pt x="456" y="0"/>
                    <a:pt x="3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/>
              <a:endParaRPr sz="1050"/>
            </a:p>
          </p:txBody>
        </p:sp>
        <p:sp>
          <p:nvSpPr>
            <p:cNvPr id="8697" name="Google Shape;8697;p36"/>
            <p:cNvSpPr/>
            <p:nvPr/>
          </p:nvSpPr>
          <p:spPr>
            <a:xfrm>
              <a:off x="3445893" y="4053330"/>
              <a:ext cx="2252199" cy="58564"/>
            </a:xfrm>
            <a:custGeom>
              <a:avLst/>
              <a:gdLst/>
              <a:ahLst/>
              <a:cxnLst/>
              <a:rect l="l" t="t" r="r" b="b"/>
              <a:pathLst>
                <a:path w="10344" h="617" extrusionOk="0">
                  <a:moveTo>
                    <a:pt x="371" y="0"/>
                  </a:moveTo>
                  <a:cubicBezTo>
                    <a:pt x="274" y="0"/>
                    <a:pt x="176" y="4"/>
                    <a:pt x="77" y="13"/>
                  </a:cubicBezTo>
                  <a:cubicBezTo>
                    <a:pt x="1" y="13"/>
                    <a:pt x="3" y="132"/>
                    <a:pt x="78" y="132"/>
                  </a:cubicBezTo>
                  <a:cubicBezTo>
                    <a:pt x="79" y="132"/>
                    <a:pt x="80" y="132"/>
                    <a:pt x="81" y="132"/>
                  </a:cubicBezTo>
                  <a:cubicBezTo>
                    <a:pt x="246" y="140"/>
                    <a:pt x="410" y="177"/>
                    <a:pt x="574" y="189"/>
                  </a:cubicBezTo>
                  <a:cubicBezTo>
                    <a:pt x="738" y="206"/>
                    <a:pt x="902" y="226"/>
                    <a:pt x="1062" y="247"/>
                  </a:cubicBezTo>
                  <a:cubicBezTo>
                    <a:pt x="1226" y="263"/>
                    <a:pt x="1395" y="271"/>
                    <a:pt x="1555" y="292"/>
                  </a:cubicBezTo>
                  <a:cubicBezTo>
                    <a:pt x="1719" y="317"/>
                    <a:pt x="1883" y="325"/>
                    <a:pt x="2047" y="349"/>
                  </a:cubicBezTo>
                  <a:cubicBezTo>
                    <a:pt x="2211" y="378"/>
                    <a:pt x="2375" y="431"/>
                    <a:pt x="2543" y="448"/>
                  </a:cubicBezTo>
                  <a:cubicBezTo>
                    <a:pt x="2712" y="464"/>
                    <a:pt x="2880" y="485"/>
                    <a:pt x="3052" y="497"/>
                  </a:cubicBezTo>
                  <a:cubicBezTo>
                    <a:pt x="3093" y="500"/>
                    <a:pt x="3134" y="501"/>
                    <a:pt x="3175" y="501"/>
                  </a:cubicBezTo>
                  <a:cubicBezTo>
                    <a:pt x="3273" y="501"/>
                    <a:pt x="3371" y="495"/>
                    <a:pt x="3470" y="495"/>
                  </a:cubicBezTo>
                  <a:cubicBezTo>
                    <a:pt x="3501" y="495"/>
                    <a:pt x="3531" y="496"/>
                    <a:pt x="3561" y="497"/>
                  </a:cubicBezTo>
                  <a:cubicBezTo>
                    <a:pt x="3729" y="501"/>
                    <a:pt x="3898" y="518"/>
                    <a:pt x="4066" y="526"/>
                  </a:cubicBezTo>
                  <a:cubicBezTo>
                    <a:pt x="4152" y="530"/>
                    <a:pt x="4235" y="530"/>
                    <a:pt x="4318" y="530"/>
                  </a:cubicBezTo>
                  <a:cubicBezTo>
                    <a:pt x="4400" y="530"/>
                    <a:pt x="4482" y="530"/>
                    <a:pt x="4566" y="534"/>
                  </a:cubicBezTo>
                  <a:cubicBezTo>
                    <a:pt x="4730" y="538"/>
                    <a:pt x="4895" y="591"/>
                    <a:pt x="5063" y="596"/>
                  </a:cubicBezTo>
                  <a:cubicBezTo>
                    <a:pt x="5078" y="596"/>
                    <a:pt x="5093" y="596"/>
                    <a:pt x="5108" y="596"/>
                  </a:cubicBezTo>
                  <a:cubicBezTo>
                    <a:pt x="5243" y="596"/>
                    <a:pt x="5380" y="583"/>
                    <a:pt x="5514" y="583"/>
                  </a:cubicBezTo>
                  <a:cubicBezTo>
                    <a:pt x="5529" y="583"/>
                    <a:pt x="5544" y="583"/>
                    <a:pt x="5559" y="583"/>
                  </a:cubicBezTo>
                  <a:cubicBezTo>
                    <a:pt x="5615" y="585"/>
                    <a:pt x="5671" y="585"/>
                    <a:pt x="5727" y="585"/>
                  </a:cubicBezTo>
                  <a:cubicBezTo>
                    <a:pt x="5837" y="585"/>
                    <a:pt x="5948" y="583"/>
                    <a:pt x="6060" y="583"/>
                  </a:cubicBezTo>
                  <a:cubicBezTo>
                    <a:pt x="6224" y="583"/>
                    <a:pt x="6392" y="616"/>
                    <a:pt x="6556" y="616"/>
                  </a:cubicBezTo>
                  <a:cubicBezTo>
                    <a:pt x="6721" y="616"/>
                    <a:pt x="6889" y="600"/>
                    <a:pt x="7053" y="600"/>
                  </a:cubicBezTo>
                  <a:cubicBezTo>
                    <a:pt x="7221" y="596"/>
                    <a:pt x="7385" y="563"/>
                    <a:pt x="7554" y="559"/>
                  </a:cubicBezTo>
                  <a:cubicBezTo>
                    <a:pt x="7570" y="558"/>
                    <a:pt x="7587" y="557"/>
                    <a:pt x="7603" y="557"/>
                  </a:cubicBezTo>
                  <a:cubicBezTo>
                    <a:pt x="7735" y="557"/>
                    <a:pt x="7869" y="580"/>
                    <a:pt x="8000" y="580"/>
                  </a:cubicBezTo>
                  <a:cubicBezTo>
                    <a:pt x="8017" y="580"/>
                    <a:pt x="8033" y="580"/>
                    <a:pt x="8050" y="579"/>
                  </a:cubicBezTo>
                  <a:cubicBezTo>
                    <a:pt x="8243" y="571"/>
                    <a:pt x="8428" y="522"/>
                    <a:pt x="8616" y="509"/>
                  </a:cubicBezTo>
                  <a:cubicBezTo>
                    <a:pt x="8805" y="497"/>
                    <a:pt x="8994" y="477"/>
                    <a:pt x="9178" y="460"/>
                  </a:cubicBezTo>
                  <a:cubicBezTo>
                    <a:pt x="9367" y="440"/>
                    <a:pt x="9560" y="448"/>
                    <a:pt x="9749" y="427"/>
                  </a:cubicBezTo>
                  <a:cubicBezTo>
                    <a:pt x="9938" y="403"/>
                    <a:pt x="10122" y="370"/>
                    <a:pt x="10311" y="341"/>
                  </a:cubicBezTo>
                  <a:cubicBezTo>
                    <a:pt x="10340" y="337"/>
                    <a:pt x="10344" y="267"/>
                    <a:pt x="10311" y="267"/>
                  </a:cubicBezTo>
                  <a:cubicBezTo>
                    <a:pt x="10143" y="271"/>
                    <a:pt x="9974" y="280"/>
                    <a:pt x="9810" y="284"/>
                  </a:cubicBezTo>
                  <a:cubicBezTo>
                    <a:pt x="9642" y="288"/>
                    <a:pt x="9474" y="308"/>
                    <a:pt x="9310" y="312"/>
                  </a:cubicBezTo>
                  <a:cubicBezTo>
                    <a:pt x="9141" y="317"/>
                    <a:pt x="8977" y="325"/>
                    <a:pt x="8809" y="329"/>
                  </a:cubicBezTo>
                  <a:cubicBezTo>
                    <a:pt x="8641" y="333"/>
                    <a:pt x="8477" y="345"/>
                    <a:pt x="8309" y="349"/>
                  </a:cubicBezTo>
                  <a:cubicBezTo>
                    <a:pt x="8296" y="350"/>
                    <a:pt x="8283" y="350"/>
                    <a:pt x="8270" y="350"/>
                  </a:cubicBezTo>
                  <a:cubicBezTo>
                    <a:pt x="8115" y="350"/>
                    <a:pt x="7963" y="329"/>
                    <a:pt x="7808" y="329"/>
                  </a:cubicBezTo>
                  <a:cubicBezTo>
                    <a:pt x="7640" y="333"/>
                    <a:pt x="7476" y="382"/>
                    <a:pt x="7307" y="386"/>
                  </a:cubicBezTo>
                  <a:cubicBezTo>
                    <a:pt x="7300" y="387"/>
                    <a:pt x="7293" y="387"/>
                    <a:pt x="7285" y="387"/>
                  </a:cubicBezTo>
                  <a:cubicBezTo>
                    <a:pt x="7132" y="387"/>
                    <a:pt x="6982" y="349"/>
                    <a:pt x="6829" y="349"/>
                  </a:cubicBezTo>
                  <a:cubicBezTo>
                    <a:pt x="6821" y="349"/>
                    <a:pt x="6814" y="349"/>
                    <a:pt x="6807" y="349"/>
                  </a:cubicBezTo>
                  <a:lnTo>
                    <a:pt x="6306" y="349"/>
                  </a:lnTo>
                  <a:cubicBezTo>
                    <a:pt x="6160" y="349"/>
                    <a:pt x="6011" y="362"/>
                    <a:pt x="5862" y="362"/>
                  </a:cubicBezTo>
                  <a:cubicBezTo>
                    <a:pt x="5843" y="362"/>
                    <a:pt x="5824" y="362"/>
                    <a:pt x="5806" y="362"/>
                  </a:cubicBezTo>
                  <a:cubicBezTo>
                    <a:pt x="5751" y="360"/>
                    <a:pt x="5696" y="360"/>
                    <a:pt x="5640" y="360"/>
                  </a:cubicBezTo>
                  <a:cubicBezTo>
                    <a:pt x="5529" y="360"/>
                    <a:pt x="5417" y="362"/>
                    <a:pt x="5305" y="362"/>
                  </a:cubicBezTo>
                  <a:cubicBezTo>
                    <a:pt x="5193" y="362"/>
                    <a:pt x="5082" y="365"/>
                    <a:pt x="4972" y="365"/>
                  </a:cubicBezTo>
                  <a:cubicBezTo>
                    <a:pt x="4916" y="365"/>
                    <a:pt x="4860" y="364"/>
                    <a:pt x="4804" y="362"/>
                  </a:cubicBezTo>
                  <a:cubicBezTo>
                    <a:pt x="4636" y="354"/>
                    <a:pt x="4472" y="329"/>
                    <a:pt x="4304" y="321"/>
                  </a:cubicBezTo>
                  <a:cubicBezTo>
                    <a:pt x="4220" y="317"/>
                    <a:pt x="4137" y="317"/>
                    <a:pt x="4053" y="317"/>
                  </a:cubicBezTo>
                  <a:cubicBezTo>
                    <a:pt x="3970" y="317"/>
                    <a:pt x="3887" y="317"/>
                    <a:pt x="3803" y="312"/>
                  </a:cubicBezTo>
                  <a:cubicBezTo>
                    <a:pt x="3635" y="308"/>
                    <a:pt x="3471" y="255"/>
                    <a:pt x="3307" y="247"/>
                  </a:cubicBezTo>
                  <a:cubicBezTo>
                    <a:pt x="3138" y="239"/>
                    <a:pt x="2974" y="230"/>
                    <a:pt x="2806" y="218"/>
                  </a:cubicBezTo>
                  <a:cubicBezTo>
                    <a:pt x="2638" y="210"/>
                    <a:pt x="2474" y="198"/>
                    <a:pt x="2305" y="185"/>
                  </a:cubicBezTo>
                  <a:cubicBezTo>
                    <a:pt x="2117" y="173"/>
                    <a:pt x="1924" y="173"/>
                    <a:pt x="1731" y="152"/>
                  </a:cubicBezTo>
                  <a:cubicBezTo>
                    <a:pt x="1542" y="136"/>
                    <a:pt x="1354" y="111"/>
                    <a:pt x="1165" y="79"/>
                  </a:cubicBezTo>
                  <a:cubicBezTo>
                    <a:pt x="984" y="50"/>
                    <a:pt x="804" y="21"/>
                    <a:pt x="623" y="9"/>
                  </a:cubicBezTo>
                  <a:cubicBezTo>
                    <a:pt x="539" y="3"/>
                    <a:pt x="456" y="0"/>
                    <a:pt x="3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algn="ctr"/>
              <a:endParaRPr sz="1050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484F3B0C-A9F9-FBD9-0B78-BCFAE4A6D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175" y="923700"/>
            <a:ext cx="3783163" cy="377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37960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27785</TotalTime>
  <Words>1169</Words>
  <Application>Microsoft Office PowerPoint</Application>
  <PresentationFormat>Custom</PresentationFormat>
  <Paragraphs>79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Aptos</vt:lpstr>
      <vt:lpstr>Aptos Display</vt:lpstr>
      <vt:lpstr>Arial</vt:lpstr>
      <vt:lpstr>Bahij Badr</vt:lpstr>
      <vt:lpstr>Bahij Nazanin</vt:lpstr>
      <vt:lpstr>Century Gothic</vt:lpstr>
      <vt:lpstr>Merriweather</vt:lpstr>
      <vt:lpstr>Rubik</vt:lpstr>
      <vt:lpstr>Wingdings 3</vt:lpstr>
      <vt:lpstr>Wisp</vt:lpstr>
      <vt:lpstr>PowerPoint Presentation</vt:lpstr>
      <vt:lpstr>ادبي لیک  </vt:lpstr>
      <vt:lpstr>ادامه...</vt:lpstr>
      <vt:lpstr>ژوندلیک (Biography) </vt:lpstr>
      <vt:lpstr>PowerPoint Presentation</vt:lpstr>
      <vt:lpstr>د بل ژوندلیک </vt:lpstr>
      <vt:lpstr>ادبي راپورتاژ </vt:lpstr>
      <vt:lpstr>ادبي ټوټه </vt:lpstr>
      <vt:lpstr>ادامه ...</vt:lpstr>
      <vt:lpstr>لنډه کیسه </vt:lpstr>
      <vt:lpstr>ادامه...</vt:lpstr>
      <vt:lpstr>ادامه...</vt:lpstr>
      <vt:lpstr>ادامه...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منبع الجهاد FOUNTAINHEAD OF JIHAD</dc:title>
  <dc:creator>Shirani</dc:creator>
  <cp:lastModifiedBy>Ezatullah Noorzai</cp:lastModifiedBy>
  <cp:revision>63</cp:revision>
  <dcterms:modified xsi:type="dcterms:W3CDTF">2025-09-08T13:14:57Z</dcterms:modified>
</cp:coreProperties>
</file>