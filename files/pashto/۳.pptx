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7" r:id="rId2"/>
    <p:sldId id="258" r:id="rId3"/>
    <p:sldId id="271" r:id="rId4"/>
    <p:sldId id="259" r:id="rId5"/>
    <p:sldId id="264" r:id="rId6"/>
    <p:sldId id="261" r:id="rId7"/>
    <p:sldId id="262" r:id="rId8"/>
    <p:sldId id="266" r:id="rId9"/>
    <p:sldId id="269" r:id="rId10"/>
    <p:sldId id="272" r:id="rId11"/>
    <p:sldId id="273" r:id="rId12"/>
    <p:sldId id="275" r:id="rId13"/>
    <p:sldId id="276" r:id="rId14"/>
    <p:sldId id="277" r:id="rId15"/>
    <p:sldId id="278" r:id="rId16"/>
    <p:sldId id="279" r:id="rId17"/>
    <p:sldId id="280" r:id="rId18"/>
    <p:sldId id="281" r:id="rId19"/>
    <p:sldId id="274" r:id="rId20"/>
    <p:sldId id="282" r:id="rId21"/>
    <p:sldId id="283" r:id="rId22"/>
    <p:sldId id="284"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7" d="100"/>
          <a:sy n="77" d="100"/>
        </p:scale>
        <p:origin x="260" y="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8/24/2025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8/24/2025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8/24/2025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8/24/2025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8/24/2025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8/24/2025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8/24/2025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8/24/2025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8/24/2025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8/24/2025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8/24/2025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8/24/2025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8/24/2025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8/24/2025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8/24/2025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8/24/2025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8/24/2025</a:t>
            </a:fld>
            <a:endParaRPr lang="en-US" dirty="0"/>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2" r:id="rId12"/>
    <p:sldLayoutId id="2147483663" r:id="rId13"/>
    <p:sldLayoutId id="2147483664" r:id="rId14"/>
    <p:sldLayoutId id="2147483658" r:id="rId15"/>
    <p:sldLayoutId id="2147483659"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69025" y="624110"/>
            <a:ext cx="8911687" cy="849090"/>
          </a:xfrm>
        </p:spPr>
        <p:style>
          <a:lnRef idx="1">
            <a:schemeClr val="accent2"/>
          </a:lnRef>
          <a:fillRef idx="2">
            <a:schemeClr val="accent2"/>
          </a:fillRef>
          <a:effectRef idx="1">
            <a:schemeClr val="accent2"/>
          </a:effectRef>
          <a:fontRef idx="minor">
            <a:schemeClr val="dk1"/>
          </a:fontRef>
        </p:style>
        <p:txBody>
          <a:bodyPr>
            <a:normAutofit fontScale="90000"/>
          </a:bodyPr>
          <a:lstStyle/>
          <a:p>
            <a:pPr algn="ctr" rtl="1"/>
            <a:r>
              <a:rPr lang="ps-AF" sz="6000" b="1" dirty="0">
                <a:latin typeface="Bahij Badr" panose="02040503050201020203" pitchFamily="18" charset="-78"/>
                <a:cs typeface="Bahij Badr" panose="02040503050201020203" pitchFamily="18" charset="-78"/>
              </a:rPr>
              <a:t>درېیم لوست</a:t>
            </a:r>
            <a:br>
              <a:rPr lang="en-US" dirty="0">
                <a:latin typeface="Bahij Badr" panose="02040503050201020203" pitchFamily="18" charset="-78"/>
                <a:cs typeface="Bahij Badr" panose="02040503050201020203" pitchFamily="18" charset="-78"/>
              </a:rPr>
            </a:br>
            <a:endParaRPr lang="en-US" dirty="0">
              <a:latin typeface="Bahij Badr" panose="02040503050201020203" pitchFamily="18" charset="-78"/>
              <a:cs typeface="Bahij Badr" panose="02040503050201020203" pitchFamily="18" charset="-78"/>
            </a:endParaRPr>
          </a:p>
        </p:txBody>
      </p:sp>
      <p:sp>
        <p:nvSpPr>
          <p:cNvPr id="3" name="Content Placeholder 2"/>
          <p:cNvSpPr>
            <a:spLocks noGrp="1"/>
          </p:cNvSpPr>
          <p:nvPr>
            <p:ph idx="1"/>
          </p:nvPr>
        </p:nvSpPr>
        <p:spPr>
          <a:xfrm>
            <a:off x="1869025" y="2112334"/>
            <a:ext cx="8915400" cy="4182140"/>
          </a:xfrm>
        </p:spPr>
        <p:txBody>
          <a:bodyPr>
            <a:normAutofit fontScale="92500" lnSpcReduction="10000"/>
          </a:bodyPr>
          <a:lstStyle/>
          <a:p>
            <a:pPr marL="0" indent="0" algn="just" rtl="1">
              <a:buNone/>
            </a:pPr>
            <a:r>
              <a:rPr lang="ps-AF" sz="3200" dirty="0">
                <a:solidFill>
                  <a:schemeClr val="tx1"/>
                </a:solidFill>
                <a:latin typeface="Bahij Nazanin" panose="02040503050201020203" pitchFamily="18" charset="-78"/>
                <a:cs typeface="Bahij Nazanin" panose="02040503050201020203" pitchFamily="18" charset="-78"/>
              </a:rPr>
              <a:t>دلته په لاندې موضوعاتو بحث شوی دی:</a:t>
            </a:r>
            <a:endParaRPr lang="en-US" sz="3200" dirty="0">
              <a:solidFill>
                <a:schemeClr val="tx1"/>
              </a:solidFill>
              <a:latin typeface="Bahij Nazanin" panose="02040503050201020203" pitchFamily="18" charset="-78"/>
              <a:cs typeface="Bahij Nazanin" panose="02040503050201020203" pitchFamily="18" charset="-78"/>
            </a:endParaRPr>
          </a:p>
          <a:p>
            <a:pPr lvl="0" algn="just" rtl="1">
              <a:buFont typeface="Wingdings" panose="05000000000000000000" pitchFamily="2" charset="2"/>
              <a:buChar char="v"/>
            </a:pPr>
            <a:r>
              <a:rPr lang="ps-AF" sz="2800" dirty="0">
                <a:solidFill>
                  <a:schemeClr val="tx1"/>
                </a:solidFill>
                <a:latin typeface="Bahij Nazanin" panose="02040503050201020203" pitchFamily="18" charset="-78"/>
                <a:cs typeface="Bahij Nazanin" panose="02040503050201020203" pitchFamily="18" charset="-78"/>
              </a:rPr>
              <a:t>د لیکوالۍ شکلي کالبونه</a:t>
            </a:r>
          </a:p>
          <a:p>
            <a:pPr lvl="0" algn="just" rtl="1">
              <a:buFont typeface="Wingdings" panose="05000000000000000000" pitchFamily="2" charset="2"/>
              <a:buChar char="v"/>
            </a:pPr>
            <a:r>
              <a:rPr lang="ps-AF" sz="2800" dirty="0">
                <a:solidFill>
                  <a:schemeClr val="tx1"/>
                </a:solidFill>
                <a:latin typeface="Bahij Nazanin" panose="02040503050201020203" pitchFamily="18" charset="-78"/>
                <a:cs typeface="Bahij Nazanin" panose="02040503050201020203" pitchFamily="18" charset="-78"/>
              </a:rPr>
              <a:t>پاراګراف</a:t>
            </a:r>
          </a:p>
          <a:p>
            <a:pPr lvl="0" algn="just" rtl="1">
              <a:buFont typeface="Wingdings" panose="05000000000000000000" pitchFamily="2" charset="2"/>
              <a:buChar char="v"/>
            </a:pPr>
            <a:r>
              <a:rPr lang="ps-AF" sz="2800" dirty="0">
                <a:solidFill>
                  <a:schemeClr val="tx1"/>
                </a:solidFill>
                <a:latin typeface="Bahij Nazanin" panose="02040503050201020203" pitchFamily="18" charset="-78"/>
                <a:cs typeface="Bahij Nazanin" panose="02040503050201020203" pitchFamily="18" charset="-78"/>
              </a:rPr>
              <a:t>مقاله</a:t>
            </a:r>
          </a:p>
          <a:p>
            <a:pPr lvl="0" algn="just" rtl="1">
              <a:buFont typeface="Wingdings" panose="05000000000000000000" pitchFamily="2" charset="2"/>
              <a:buChar char="v"/>
            </a:pPr>
            <a:r>
              <a:rPr lang="ps-AF" sz="2800" dirty="0">
                <a:solidFill>
                  <a:schemeClr val="tx1"/>
                </a:solidFill>
                <a:latin typeface="Bahij Nazanin" panose="02040503050201020203" pitchFamily="18" charset="-78"/>
                <a:cs typeface="Bahij Nazanin" panose="02040503050201020203" pitchFamily="18" charset="-78"/>
              </a:rPr>
              <a:t>مونوګراف</a:t>
            </a:r>
          </a:p>
          <a:p>
            <a:pPr lvl="0" algn="just" rtl="1">
              <a:buFont typeface="Wingdings" panose="05000000000000000000" pitchFamily="2" charset="2"/>
              <a:buChar char="v"/>
            </a:pPr>
            <a:r>
              <a:rPr lang="ps-AF" sz="2800" dirty="0">
                <a:solidFill>
                  <a:schemeClr val="tx1"/>
                </a:solidFill>
                <a:latin typeface="Bahij Nazanin" panose="02040503050201020203" pitchFamily="18" charset="-78"/>
                <a:cs typeface="Bahij Nazanin" panose="02040503050201020203" pitchFamily="18" charset="-78"/>
              </a:rPr>
              <a:t>تېزس/ډیزرټېشن</a:t>
            </a:r>
          </a:p>
          <a:p>
            <a:pPr lvl="0" algn="just" rtl="1">
              <a:buFont typeface="Wingdings" panose="05000000000000000000" pitchFamily="2" charset="2"/>
              <a:buChar char="v"/>
            </a:pPr>
            <a:r>
              <a:rPr lang="ps-AF" sz="2800" dirty="0">
                <a:solidFill>
                  <a:schemeClr val="tx1"/>
                </a:solidFill>
                <a:latin typeface="Bahij Nazanin" panose="02040503050201020203" pitchFamily="18" charset="-78"/>
                <a:cs typeface="Bahij Nazanin" panose="02040503050201020203" pitchFamily="18" charset="-78"/>
              </a:rPr>
              <a:t>ورځني یادښتونه</a:t>
            </a:r>
          </a:p>
          <a:p>
            <a:pPr lvl="0" algn="just" rtl="1">
              <a:buFont typeface="Wingdings" panose="05000000000000000000" pitchFamily="2" charset="2"/>
              <a:buChar char="v"/>
            </a:pPr>
            <a:r>
              <a:rPr lang="ps-AF" sz="2800" dirty="0">
                <a:solidFill>
                  <a:schemeClr val="tx1"/>
                </a:solidFill>
                <a:latin typeface="Bahij Nazanin" panose="02040503050201020203" pitchFamily="18" charset="-78"/>
                <a:cs typeface="Bahij Nazanin" panose="02040503050201020203" pitchFamily="18" charset="-78"/>
              </a:rPr>
              <a:t>خاطره</a:t>
            </a:r>
          </a:p>
        </p:txBody>
      </p:sp>
    </p:spTree>
    <p:extLst>
      <p:ext uri="{BB962C8B-B14F-4D97-AF65-F5344CB8AC3E}">
        <p14:creationId xmlns:p14="http://schemas.microsoft.com/office/powerpoint/2010/main" val="15593877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65400" y="662210"/>
            <a:ext cx="8724900" cy="658590"/>
          </a:xfrm>
        </p:spPr>
        <p:style>
          <a:lnRef idx="1">
            <a:schemeClr val="accent2"/>
          </a:lnRef>
          <a:fillRef idx="2">
            <a:schemeClr val="accent2"/>
          </a:fillRef>
          <a:effectRef idx="1">
            <a:schemeClr val="accent2"/>
          </a:effectRef>
          <a:fontRef idx="minor">
            <a:schemeClr val="dk1"/>
          </a:fontRef>
        </p:style>
        <p:txBody>
          <a:bodyPr>
            <a:normAutofit fontScale="90000"/>
          </a:bodyPr>
          <a:lstStyle/>
          <a:p>
            <a:pPr lvl="0" algn="ctr" rtl="1"/>
            <a:r>
              <a:rPr lang="ps-AF" sz="4000" b="1" dirty="0">
                <a:solidFill>
                  <a:schemeClr val="tx1"/>
                </a:solidFill>
                <a:latin typeface="Bahij Nazanin" panose="02040503050201020203" pitchFamily="18" charset="-78"/>
                <a:cs typeface="Bahij Nazanin" panose="02040503050201020203" pitchFamily="18" charset="-78"/>
              </a:rPr>
              <a:t>د لیکوالۍ شکلي قالبونه</a:t>
            </a:r>
          </a:p>
        </p:txBody>
      </p:sp>
      <p:sp>
        <p:nvSpPr>
          <p:cNvPr id="3" name="Content Placeholder 2"/>
          <p:cNvSpPr>
            <a:spLocks noGrp="1"/>
          </p:cNvSpPr>
          <p:nvPr>
            <p:ph idx="1"/>
          </p:nvPr>
        </p:nvSpPr>
        <p:spPr>
          <a:xfrm>
            <a:off x="4165600" y="2211572"/>
            <a:ext cx="7124700" cy="2062717"/>
          </a:xfrm>
        </p:spPr>
        <p:txBody>
          <a:bodyPr>
            <a:normAutofit/>
          </a:bodyPr>
          <a:lstStyle/>
          <a:p>
            <a:pPr marL="0" marR="0" algn="just" rtl="1">
              <a:lnSpc>
                <a:spcPct val="115000"/>
              </a:lnSpc>
              <a:spcBef>
                <a:spcPts val="0"/>
              </a:spcBef>
              <a:spcAft>
                <a:spcPts val="500"/>
              </a:spcAft>
            </a:pPr>
            <a:r>
              <a:rPr lang="ps-AF" sz="4000" dirty="0">
                <a:solidFill>
                  <a:schemeClr val="tx1"/>
                </a:solidFill>
                <a:latin typeface="Bahij Nazanin" panose="02040503050201020203" pitchFamily="18" charset="-78"/>
                <a:ea typeface="Aptos" panose="020B0004020202020204" pitchFamily="34" charset="0"/>
                <a:cs typeface="Bahij Nazanin" panose="02040503050201020203" pitchFamily="18" charset="-78"/>
              </a:rPr>
              <a:t>د لیکوالۍ رسمي شکلي قالبونه</a:t>
            </a:r>
          </a:p>
          <a:p>
            <a:pPr marL="0" marR="0" algn="just" rtl="1">
              <a:lnSpc>
                <a:spcPct val="115000"/>
              </a:lnSpc>
              <a:spcBef>
                <a:spcPts val="0"/>
              </a:spcBef>
              <a:spcAft>
                <a:spcPts val="500"/>
              </a:spcAft>
            </a:pPr>
            <a:r>
              <a:rPr lang="ps-AF" sz="4000" dirty="0">
                <a:solidFill>
                  <a:schemeClr val="tx1"/>
                </a:solidFill>
                <a:latin typeface="Bahij Nazanin" panose="02040503050201020203" pitchFamily="18" charset="-78"/>
                <a:ea typeface="Aptos" panose="020B0004020202020204" pitchFamily="34" charset="0"/>
                <a:cs typeface="Bahij Nazanin" panose="02040503050201020203" pitchFamily="18" charset="-78"/>
              </a:rPr>
              <a:t>د لیکوالۍ نارسمي شکلي قالبونه</a:t>
            </a:r>
            <a:endParaRPr lang="en-US" sz="2400" dirty="0">
              <a:solidFill>
                <a:schemeClr val="tx1"/>
              </a:solidFill>
              <a:latin typeface="Bahij Nazanin" panose="02040503050201020203" pitchFamily="18" charset="-78"/>
              <a:cs typeface="Bahij Nazanin" panose="02040503050201020203" pitchFamily="18" charset="-78"/>
            </a:endParaRPr>
          </a:p>
        </p:txBody>
      </p:sp>
    </p:spTree>
    <p:extLst>
      <p:ext uri="{BB962C8B-B14F-4D97-AF65-F5344CB8AC3E}">
        <p14:creationId xmlns:p14="http://schemas.microsoft.com/office/powerpoint/2010/main" val="2993151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121379" y="2006010"/>
            <a:ext cx="8915400" cy="3777622"/>
          </a:xfrm>
        </p:spPr>
        <p:txBody>
          <a:bodyPr>
            <a:normAutofit/>
          </a:bodyPr>
          <a:lstStyle/>
          <a:p>
            <a:pPr algn="just" rtl="1">
              <a:lnSpc>
                <a:spcPct val="115000"/>
              </a:lnSpc>
              <a:spcAft>
                <a:spcPts val="375"/>
              </a:spcAft>
            </a:pPr>
            <a:r>
              <a:rPr lang="ps-AF" sz="2800" dirty="0">
                <a:latin typeface="Bahij Nazanin" panose="02040503050201020203" pitchFamily="18" charset="-78"/>
                <a:ea typeface="Aptos" panose="020B0004020202020204" pitchFamily="34" charset="0"/>
                <a:cs typeface="Bahij Nazanin" panose="02040503050201020203" pitchFamily="18" charset="-78"/>
              </a:rPr>
              <a:t>له جملې پورته د متن واحد پاراګراف دی.‌</a:t>
            </a:r>
          </a:p>
          <a:p>
            <a:pPr algn="just" rtl="1">
              <a:lnSpc>
                <a:spcPct val="115000"/>
              </a:lnSpc>
              <a:spcAft>
                <a:spcPts val="375"/>
              </a:spcAft>
            </a:pPr>
            <a:r>
              <a:rPr lang="ps-AF" sz="2800" dirty="0">
                <a:latin typeface="Bahij Nazanin" panose="02040503050201020203" pitchFamily="18" charset="-78"/>
                <a:ea typeface="Aptos" panose="020B0004020202020204" pitchFamily="34" charset="0"/>
                <a:cs typeface="Bahij Nazanin" panose="02040503050201020203" pitchFamily="18" charset="-78"/>
              </a:rPr>
              <a:t>پاراګراف د جملو یوه ټولګه ده چې پر یوه موضوع را څرخي او یا د موضوع یو اړخ بیانوي. </a:t>
            </a:r>
            <a:endParaRPr lang="en-US" sz="2800" dirty="0">
              <a:latin typeface="Bahij Nazanin" panose="02040503050201020203" pitchFamily="18" charset="-78"/>
              <a:ea typeface="Aptos" panose="020B0004020202020204" pitchFamily="34" charset="0"/>
              <a:cs typeface="Bahij Nazanin" panose="02040503050201020203" pitchFamily="18" charset="-78"/>
            </a:endParaRPr>
          </a:p>
          <a:p>
            <a:pPr algn="just" rtl="1">
              <a:lnSpc>
                <a:spcPct val="115000"/>
              </a:lnSpc>
              <a:spcAft>
                <a:spcPts val="375"/>
              </a:spcAft>
            </a:pPr>
            <a:r>
              <a:rPr lang="ps-AF" sz="2800" dirty="0">
                <a:latin typeface="Bahij Nazanin" panose="02040503050201020203" pitchFamily="18" charset="-78"/>
                <a:ea typeface="Aptos" panose="020B0004020202020204" pitchFamily="34" charset="0"/>
                <a:cs typeface="Bahij Nazanin" panose="02040503050201020203" pitchFamily="18" charset="-78"/>
              </a:rPr>
              <a:t>که پاراګراف خپله یوه جلا لیکنه وي،‌ نو بیا پر یوه موضوع بحث کوي. </a:t>
            </a:r>
            <a:endParaRPr lang="en-US" sz="2800" dirty="0">
              <a:latin typeface="Bahij Nazanin" panose="02040503050201020203" pitchFamily="18" charset="-78"/>
              <a:ea typeface="Aptos" panose="020B0004020202020204" pitchFamily="34" charset="0"/>
              <a:cs typeface="Bahij Nazanin" panose="02040503050201020203" pitchFamily="18" charset="-78"/>
            </a:endParaRPr>
          </a:p>
          <a:p>
            <a:pPr algn="just" rtl="1">
              <a:lnSpc>
                <a:spcPct val="115000"/>
              </a:lnSpc>
              <a:spcAft>
                <a:spcPts val="375"/>
              </a:spcAft>
            </a:pPr>
            <a:r>
              <a:rPr lang="ps-AF" sz="2800" dirty="0">
                <a:latin typeface="Bahij Nazanin" panose="02040503050201020203" pitchFamily="18" charset="-78"/>
                <a:ea typeface="Aptos" panose="020B0004020202020204" pitchFamily="34" charset="0"/>
                <a:cs typeface="Bahij Nazanin" panose="02040503050201020203" pitchFamily="18" charset="-78"/>
              </a:rPr>
              <a:t>که پاراګراف د یوې لیکنې یوه برخه وي،‌ نو بیا د لیکنې د موضوع پر یوه اړخ را څرخي.‌</a:t>
            </a:r>
            <a:endParaRPr lang="en-US" sz="2800" dirty="0">
              <a:latin typeface="Bahij Nazanin" panose="02040503050201020203" pitchFamily="18" charset="-78"/>
              <a:ea typeface="Aptos" panose="020B0004020202020204" pitchFamily="34" charset="0"/>
              <a:cs typeface="Bahij Nazanin" panose="02040503050201020203" pitchFamily="18" charset="-78"/>
            </a:endParaRPr>
          </a:p>
          <a:p>
            <a:endParaRPr lang="en-US" sz="2800" dirty="0"/>
          </a:p>
        </p:txBody>
      </p:sp>
      <p:sp>
        <p:nvSpPr>
          <p:cNvPr id="4" name="Title 1"/>
          <p:cNvSpPr>
            <a:spLocks noGrp="1"/>
          </p:cNvSpPr>
          <p:nvPr>
            <p:ph type="title"/>
          </p:nvPr>
        </p:nvSpPr>
        <p:spPr>
          <a:xfrm>
            <a:off x="2565400" y="662210"/>
            <a:ext cx="8724900" cy="658590"/>
          </a:xfrm>
        </p:spPr>
        <p:style>
          <a:lnRef idx="1">
            <a:schemeClr val="accent2"/>
          </a:lnRef>
          <a:fillRef idx="2">
            <a:schemeClr val="accent2"/>
          </a:fillRef>
          <a:effectRef idx="1">
            <a:schemeClr val="accent2"/>
          </a:effectRef>
          <a:fontRef idx="minor">
            <a:schemeClr val="dk1"/>
          </a:fontRef>
        </p:style>
        <p:txBody>
          <a:bodyPr>
            <a:normAutofit fontScale="90000"/>
          </a:bodyPr>
          <a:lstStyle/>
          <a:p>
            <a:pPr lvl="0" algn="ctr" rtl="1"/>
            <a:r>
              <a:rPr lang="ps-AF" sz="4000" b="1" dirty="0">
                <a:solidFill>
                  <a:schemeClr val="tx1"/>
                </a:solidFill>
                <a:latin typeface="Bahij Nazanin" panose="02040503050201020203" pitchFamily="18" charset="-78"/>
                <a:cs typeface="Bahij Nazanin" panose="02040503050201020203" pitchFamily="18" charset="-78"/>
              </a:rPr>
              <a:t>پاراګراف</a:t>
            </a:r>
          </a:p>
        </p:txBody>
      </p:sp>
    </p:spTree>
    <p:extLst>
      <p:ext uri="{BB962C8B-B14F-4D97-AF65-F5344CB8AC3E}">
        <p14:creationId xmlns:p14="http://schemas.microsoft.com/office/powerpoint/2010/main" val="32086132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358900" y="560866"/>
            <a:ext cx="10221912" cy="5420834"/>
          </a:xfrm>
        </p:spPr>
        <p:txBody>
          <a:bodyPr>
            <a:normAutofit lnSpcReduction="10000"/>
          </a:bodyPr>
          <a:lstStyle/>
          <a:p>
            <a:pPr marL="0" indent="0" algn="just" rtl="1">
              <a:buNone/>
            </a:pPr>
            <a:r>
              <a:rPr lang="ps-AF" sz="3200" b="1" dirty="0">
                <a:solidFill>
                  <a:sysClr val="windowText" lastClr="000000"/>
                </a:solidFill>
                <a:latin typeface="Bahij Nazanin" panose="02040503050201020203" pitchFamily="18" charset="-78"/>
                <a:cs typeface="Bahij Nazanin" panose="02040503050201020203" pitchFamily="18" charset="-78"/>
              </a:rPr>
              <a:t>ادامه ...</a:t>
            </a:r>
          </a:p>
          <a:p>
            <a:pPr marL="0" algn="just" rtl="1">
              <a:lnSpc>
                <a:spcPct val="115000"/>
              </a:lnSpc>
              <a:spcAft>
                <a:spcPts val="375"/>
              </a:spcAft>
            </a:pPr>
            <a:r>
              <a:rPr lang="ps-AF" sz="2800" dirty="0">
                <a:latin typeface="Bahij Nazanin" panose="02040503050201020203" pitchFamily="18" charset="-78"/>
                <a:ea typeface="Aptos" panose="020B0004020202020204" pitchFamily="34" charset="0"/>
                <a:cs typeface="Bahij Nazanin" panose="02040503050201020203" pitchFamily="18" charset="-78"/>
              </a:rPr>
              <a:t>پاراګراف درې اساسي برخې لري؛</a:t>
            </a:r>
            <a:endParaRPr lang="en-US" sz="2800" dirty="0">
              <a:latin typeface="Bahij Nazanin" panose="02040503050201020203" pitchFamily="18" charset="-78"/>
              <a:ea typeface="Aptos" panose="020B0004020202020204" pitchFamily="34" charset="0"/>
              <a:cs typeface="Bahij Nazanin" panose="02040503050201020203" pitchFamily="18" charset="-78"/>
            </a:endParaRPr>
          </a:p>
          <a:p>
            <a:pPr marL="0" algn="just" rtl="1">
              <a:lnSpc>
                <a:spcPct val="115000"/>
              </a:lnSpc>
              <a:spcAft>
                <a:spcPts val="375"/>
              </a:spcAft>
            </a:pPr>
            <a:r>
              <a:rPr lang="ps-AF" sz="2800" dirty="0">
                <a:latin typeface="Bahij Nazanin" panose="02040503050201020203" pitchFamily="18" charset="-78"/>
                <a:ea typeface="Aptos" panose="020B0004020202020204" pitchFamily="34" charset="0"/>
                <a:cs typeface="Bahij Nazanin" panose="02040503050201020203" pitchFamily="18" charset="-78"/>
              </a:rPr>
              <a:t> د موضوع جمله (</a:t>
            </a:r>
            <a:r>
              <a:rPr lang="en-GB" sz="2800" dirty="0">
                <a:latin typeface="Bahij Nazanin" panose="02040503050201020203" pitchFamily="18" charset="-78"/>
                <a:ea typeface="Aptos" panose="020B0004020202020204" pitchFamily="34" charset="0"/>
                <a:cs typeface="Bahij Nazanin" panose="02040503050201020203" pitchFamily="18" charset="-78"/>
              </a:rPr>
              <a:t>topic sentence</a:t>
            </a:r>
            <a:r>
              <a:rPr lang="ps-AF" sz="2800" dirty="0">
                <a:latin typeface="Bahij Nazanin" panose="02040503050201020203" pitchFamily="18" charset="-78"/>
                <a:ea typeface="Aptos" panose="020B0004020202020204" pitchFamily="34" charset="0"/>
                <a:cs typeface="Bahij Nazanin" panose="02040503050201020203" pitchFamily="18" charset="-78"/>
              </a:rPr>
              <a:t>)</a:t>
            </a:r>
            <a:endParaRPr lang="en-US" sz="2800" dirty="0">
              <a:latin typeface="Bahij Nazanin" panose="02040503050201020203" pitchFamily="18" charset="-78"/>
              <a:ea typeface="Aptos" panose="020B0004020202020204" pitchFamily="34" charset="0"/>
              <a:cs typeface="Bahij Nazanin" panose="02040503050201020203" pitchFamily="18" charset="-78"/>
            </a:endParaRPr>
          </a:p>
          <a:p>
            <a:pPr marL="0" algn="just" rtl="1">
              <a:lnSpc>
                <a:spcPct val="115000"/>
              </a:lnSpc>
              <a:spcAft>
                <a:spcPts val="375"/>
              </a:spcAft>
            </a:pPr>
            <a:r>
              <a:rPr lang="ps-AF" sz="2800" dirty="0">
                <a:latin typeface="Bahij Nazanin" panose="02040503050201020203" pitchFamily="18" charset="-78"/>
                <a:ea typeface="Aptos" panose="020B0004020202020204" pitchFamily="34" charset="0"/>
                <a:cs typeface="Bahij Nazanin" panose="02040503050201020203" pitchFamily="18" charset="-78"/>
              </a:rPr>
              <a:t> ملاتړي جزیات (</a:t>
            </a:r>
            <a:r>
              <a:rPr lang="en-GB" sz="2800" dirty="0">
                <a:latin typeface="Bahij Nazanin" panose="02040503050201020203" pitchFamily="18" charset="-78"/>
                <a:ea typeface="Aptos" panose="020B0004020202020204" pitchFamily="34" charset="0"/>
                <a:cs typeface="Bahij Nazanin" panose="02040503050201020203" pitchFamily="18" charset="-78"/>
              </a:rPr>
              <a:t>sporting sentence</a:t>
            </a:r>
            <a:r>
              <a:rPr lang="ps-AF" sz="2800" dirty="0">
                <a:latin typeface="Bahij Nazanin" panose="02040503050201020203" pitchFamily="18" charset="-78"/>
                <a:ea typeface="Aptos" panose="020B0004020202020204" pitchFamily="34" charset="0"/>
                <a:cs typeface="Bahij Nazanin" panose="02040503050201020203" pitchFamily="18" charset="-78"/>
              </a:rPr>
              <a:t>) </a:t>
            </a:r>
            <a:endParaRPr lang="en-US" sz="2800" dirty="0">
              <a:latin typeface="Bahij Nazanin" panose="02040503050201020203" pitchFamily="18" charset="-78"/>
              <a:ea typeface="Aptos" panose="020B0004020202020204" pitchFamily="34" charset="0"/>
              <a:cs typeface="Bahij Nazanin" panose="02040503050201020203" pitchFamily="18" charset="-78"/>
            </a:endParaRPr>
          </a:p>
          <a:p>
            <a:pPr marL="0" algn="just" rtl="1">
              <a:lnSpc>
                <a:spcPct val="115000"/>
              </a:lnSpc>
              <a:spcAft>
                <a:spcPts val="375"/>
              </a:spcAft>
            </a:pPr>
            <a:r>
              <a:rPr lang="ps-AF" sz="2800" dirty="0">
                <a:latin typeface="Bahij Nazanin" panose="02040503050201020203" pitchFamily="18" charset="-78"/>
                <a:ea typeface="Aptos" panose="020B0004020202020204" pitchFamily="34" charset="0"/>
                <a:cs typeface="Bahij Nazanin" panose="02040503050201020203" pitchFamily="18" charset="-78"/>
              </a:rPr>
              <a:t>پایله.</a:t>
            </a:r>
            <a:endParaRPr lang="en-US" sz="2800" dirty="0">
              <a:latin typeface="Bahij Nazanin" panose="02040503050201020203" pitchFamily="18" charset="-78"/>
              <a:ea typeface="Aptos" panose="020B0004020202020204" pitchFamily="34" charset="0"/>
              <a:cs typeface="Bahij Nazanin" panose="02040503050201020203" pitchFamily="18" charset="-78"/>
            </a:endParaRPr>
          </a:p>
          <a:p>
            <a:pPr marL="0" algn="just" rtl="1">
              <a:lnSpc>
                <a:spcPct val="115000"/>
              </a:lnSpc>
              <a:spcAft>
                <a:spcPts val="375"/>
              </a:spcAft>
            </a:pPr>
            <a:r>
              <a:rPr lang="ps-AF" sz="2800" dirty="0">
                <a:latin typeface="Bahij Nazanin" panose="02040503050201020203" pitchFamily="18" charset="-78"/>
                <a:ea typeface="Aptos" panose="020B0004020202020204" pitchFamily="34" charset="0"/>
                <a:cs typeface="Bahij Nazanin" panose="02040503050201020203" pitchFamily="18" charset="-78"/>
              </a:rPr>
              <a:t>ځینې پاراګرافونه د موضوع له جملې وروسته محدودوونکې جمله یا جملې هم لري.</a:t>
            </a:r>
            <a:endParaRPr lang="en-US" sz="2800" dirty="0">
              <a:latin typeface="Bahij Nazanin" panose="02040503050201020203" pitchFamily="18" charset="-78"/>
              <a:ea typeface="Aptos" panose="020B0004020202020204" pitchFamily="34" charset="0"/>
              <a:cs typeface="Bahij Nazanin" panose="02040503050201020203" pitchFamily="18" charset="-78"/>
            </a:endParaRPr>
          </a:p>
          <a:p>
            <a:pPr marL="0" algn="just" rtl="1">
              <a:lnSpc>
                <a:spcPct val="115000"/>
              </a:lnSpc>
              <a:spcAft>
                <a:spcPts val="375"/>
              </a:spcAft>
            </a:pPr>
            <a:r>
              <a:rPr lang="ps-AF" sz="2800" dirty="0">
                <a:latin typeface="Bahij Nazanin" panose="02040503050201020203" pitchFamily="18" charset="-78"/>
                <a:ea typeface="Aptos" panose="020B0004020202020204" pitchFamily="34" charset="0"/>
                <a:cs typeface="Bahij Nazanin" panose="02040503050201020203" pitchFamily="18" charset="-78"/>
              </a:rPr>
              <a:t>په ځینو پاراګرافونو کې چې خپله د یوې لیکنې برخه او کوچني وي، پایلې ته هم اړتیا نه وي.</a:t>
            </a:r>
            <a:r>
              <a:rPr lang="en-US" sz="2800" dirty="0">
                <a:latin typeface="Bahij Nazanin" panose="02040503050201020203" pitchFamily="18" charset="-78"/>
                <a:ea typeface="Aptos" panose="020B0004020202020204" pitchFamily="34" charset="0"/>
                <a:cs typeface="Bahij Nazanin" panose="02040503050201020203" pitchFamily="18" charset="-78"/>
              </a:rPr>
              <a:t> </a:t>
            </a:r>
            <a:r>
              <a:rPr lang="ps-AF" sz="2800" dirty="0">
                <a:latin typeface="Bahij Nazanin" panose="02040503050201020203" pitchFamily="18" charset="-78"/>
                <a:ea typeface="Aptos" panose="020B0004020202020204" pitchFamily="34" charset="0"/>
                <a:cs typeface="Bahij Nazanin" panose="02040503050201020203" pitchFamily="18" charset="-78"/>
              </a:rPr>
              <a:t>محددوونکې جمله هم غورځېدلی شي.‌ </a:t>
            </a:r>
            <a:endParaRPr lang="en-US" sz="2800" dirty="0">
              <a:latin typeface="Bahij Nazanin" panose="02040503050201020203" pitchFamily="18" charset="-78"/>
              <a:ea typeface="Aptos" panose="020B0004020202020204" pitchFamily="34" charset="0"/>
              <a:cs typeface="Bahij Nazanin" panose="02040503050201020203" pitchFamily="18" charset="-78"/>
            </a:endParaRPr>
          </a:p>
          <a:p>
            <a:pPr marL="0" algn="just" rtl="1">
              <a:lnSpc>
                <a:spcPct val="115000"/>
              </a:lnSpc>
              <a:spcAft>
                <a:spcPts val="375"/>
              </a:spcAft>
            </a:pPr>
            <a:r>
              <a:rPr lang="ps-AF" sz="2800" dirty="0">
                <a:latin typeface="Bahij Nazanin" panose="02040503050201020203" pitchFamily="18" charset="-78"/>
                <a:ea typeface="Aptos" panose="020B0004020202020204" pitchFamily="34" charset="0"/>
                <a:cs typeface="Bahij Nazanin" panose="02040503050201020203" pitchFamily="18" charset="-78"/>
              </a:rPr>
              <a:t>که تاسې نوې لیکوالي پیل کړې وي، نو یو پاراګرافه لیکنه درته غوره ده.</a:t>
            </a:r>
            <a:endParaRPr lang="en-US" sz="2800" dirty="0">
              <a:latin typeface="Bahij Nazanin" panose="02040503050201020203" pitchFamily="18" charset="-78"/>
              <a:ea typeface="Aptos" panose="020B0004020202020204" pitchFamily="34" charset="0"/>
              <a:cs typeface="Bahij Nazanin" panose="02040503050201020203" pitchFamily="18" charset="-78"/>
            </a:endParaRPr>
          </a:p>
        </p:txBody>
      </p:sp>
    </p:spTree>
    <p:extLst>
      <p:ext uri="{BB962C8B-B14F-4D97-AF65-F5344CB8AC3E}">
        <p14:creationId xmlns:p14="http://schemas.microsoft.com/office/powerpoint/2010/main" val="1757904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614489" y="1611127"/>
            <a:ext cx="9675811" cy="4116573"/>
          </a:xfrm>
        </p:spPr>
        <p:txBody>
          <a:bodyPr>
            <a:normAutofit fontScale="92500"/>
          </a:bodyPr>
          <a:lstStyle/>
          <a:p>
            <a:pPr marL="0" marR="0" algn="just" rtl="1">
              <a:lnSpc>
                <a:spcPct val="115000"/>
              </a:lnSpc>
              <a:spcBef>
                <a:spcPts val="0"/>
              </a:spcBef>
              <a:spcAft>
                <a:spcPts val="500"/>
              </a:spcAft>
            </a:pPr>
            <a:r>
              <a:rPr lang="ps-AF" sz="2800" dirty="0">
                <a:latin typeface="Bahij Nazanin" panose="02040503050201020203" pitchFamily="18" charset="-78"/>
                <a:ea typeface="Aptos" panose="020B0004020202020204" pitchFamily="34" charset="0"/>
                <a:cs typeface="Bahij Nazanin" panose="02040503050201020203" pitchFamily="18" charset="-78"/>
              </a:rPr>
              <a:t>مقاله چې په پښتو کې لیکنه هم ورته ویل کېږي.</a:t>
            </a:r>
            <a:endParaRPr lang="en-US" sz="2800" dirty="0">
              <a:latin typeface="Bahij Nazanin" panose="02040503050201020203" pitchFamily="18" charset="-78"/>
              <a:ea typeface="Aptos" panose="020B0004020202020204" pitchFamily="34" charset="0"/>
              <a:cs typeface="Bahij Nazanin" panose="02040503050201020203" pitchFamily="18" charset="-78"/>
            </a:endParaRPr>
          </a:p>
          <a:p>
            <a:pPr marL="0" marR="0" algn="just" rtl="1">
              <a:lnSpc>
                <a:spcPct val="115000"/>
              </a:lnSpc>
              <a:spcBef>
                <a:spcPts val="0"/>
              </a:spcBef>
              <a:spcAft>
                <a:spcPts val="500"/>
              </a:spcAft>
            </a:pPr>
            <a:r>
              <a:rPr lang="ps-AF" sz="2800" dirty="0">
                <a:latin typeface="Bahij Nazanin" panose="02040503050201020203" pitchFamily="18" charset="-78"/>
                <a:ea typeface="Aptos" panose="020B0004020202020204" pitchFamily="34" charset="0"/>
                <a:cs typeface="Bahij Nazanin" panose="02040503050201020203" pitchFamily="18" charset="-78"/>
              </a:rPr>
              <a:t> د څو پاراګرافونو له یو ځای کېدو څخه جوړېږي.</a:t>
            </a:r>
            <a:endParaRPr lang="en-US" sz="2800" dirty="0">
              <a:latin typeface="Bahij Nazanin" panose="02040503050201020203" pitchFamily="18" charset="-78"/>
              <a:ea typeface="Aptos" panose="020B0004020202020204" pitchFamily="34" charset="0"/>
              <a:cs typeface="Bahij Nazanin" panose="02040503050201020203" pitchFamily="18" charset="-78"/>
            </a:endParaRPr>
          </a:p>
          <a:p>
            <a:pPr marL="0" marR="0" algn="just" rtl="1">
              <a:lnSpc>
                <a:spcPct val="115000"/>
              </a:lnSpc>
              <a:spcBef>
                <a:spcPts val="0"/>
              </a:spcBef>
              <a:spcAft>
                <a:spcPts val="500"/>
              </a:spcAft>
            </a:pPr>
            <a:r>
              <a:rPr lang="ps-AF" sz="2800" dirty="0">
                <a:latin typeface="Bahij Nazanin" panose="02040503050201020203" pitchFamily="18" charset="-78"/>
                <a:ea typeface="Aptos" panose="020B0004020202020204" pitchFamily="34" charset="0"/>
                <a:cs typeface="Bahij Nazanin" panose="02040503050201020203" pitchFamily="18" charset="-78"/>
              </a:rPr>
              <a:t>تر ځانګړي سرلیک لاندې پر یوه موضوع بحث کوي.</a:t>
            </a:r>
            <a:endParaRPr lang="en-US" sz="2800" dirty="0">
              <a:latin typeface="Bahij Nazanin" panose="02040503050201020203" pitchFamily="18" charset="-78"/>
              <a:ea typeface="Aptos" panose="020B0004020202020204" pitchFamily="34" charset="0"/>
              <a:cs typeface="Bahij Nazanin" panose="02040503050201020203" pitchFamily="18" charset="-78"/>
            </a:endParaRPr>
          </a:p>
          <a:p>
            <a:pPr marL="0" marR="0" algn="just" rtl="1">
              <a:lnSpc>
                <a:spcPct val="115000"/>
              </a:lnSpc>
              <a:spcBef>
                <a:spcPts val="0"/>
              </a:spcBef>
              <a:spcAft>
                <a:spcPts val="500"/>
              </a:spcAft>
            </a:pPr>
            <a:r>
              <a:rPr lang="ps-AF" sz="2800" dirty="0">
                <a:latin typeface="Bahij Nazanin" panose="02040503050201020203" pitchFamily="18" charset="-78"/>
                <a:ea typeface="Aptos" panose="020B0004020202020204" pitchFamily="34" charset="0"/>
                <a:cs typeface="Bahij Nazanin" panose="02040503050201020203" pitchFamily="18" charset="-78"/>
              </a:rPr>
              <a:t>په پښتو کې یو پاراګراف لرونکې لیکنه هم لیکنه ده.</a:t>
            </a:r>
            <a:endParaRPr lang="en-US" sz="2800" dirty="0">
              <a:latin typeface="Bahij Nazanin" panose="02040503050201020203" pitchFamily="18" charset="-78"/>
              <a:ea typeface="Aptos" panose="020B0004020202020204" pitchFamily="34" charset="0"/>
              <a:cs typeface="Bahij Nazanin" panose="02040503050201020203" pitchFamily="18" charset="-78"/>
            </a:endParaRPr>
          </a:p>
          <a:p>
            <a:pPr marL="0" marR="0" algn="just" rtl="1">
              <a:lnSpc>
                <a:spcPct val="115000"/>
              </a:lnSpc>
              <a:spcBef>
                <a:spcPts val="0"/>
              </a:spcBef>
              <a:spcAft>
                <a:spcPts val="500"/>
              </a:spcAft>
            </a:pPr>
            <a:r>
              <a:rPr lang="ps-AF" sz="2800" dirty="0">
                <a:latin typeface="Bahij Nazanin" panose="02040503050201020203" pitchFamily="18" charset="-78"/>
                <a:ea typeface="Aptos" panose="020B0004020202020204" pitchFamily="34" charset="0"/>
                <a:cs typeface="Bahij Nazanin" panose="02040503050201020203" pitchFamily="18" charset="-78"/>
              </a:rPr>
              <a:t>مقاله په دوو اساسي‌ ډولونو وېشل کېږي چې دا وېش یې مخامخ پر جوړښت هم اغېز کوي.</a:t>
            </a:r>
            <a:endParaRPr lang="en-US" sz="2800" dirty="0">
              <a:latin typeface="Bahij Nazanin" panose="02040503050201020203" pitchFamily="18" charset="-78"/>
              <a:ea typeface="Aptos" panose="020B0004020202020204" pitchFamily="34" charset="0"/>
              <a:cs typeface="Bahij Nazanin" panose="02040503050201020203" pitchFamily="18" charset="-78"/>
            </a:endParaRPr>
          </a:p>
          <a:p>
            <a:pPr marL="0" marR="0" algn="just" rtl="1">
              <a:lnSpc>
                <a:spcPct val="115000"/>
              </a:lnSpc>
              <a:spcBef>
                <a:spcPts val="0"/>
              </a:spcBef>
              <a:spcAft>
                <a:spcPts val="500"/>
              </a:spcAft>
            </a:pPr>
            <a:r>
              <a:rPr lang="ps-AF" sz="2800" dirty="0">
                <a:latin typeface="Bahij Nazanin" panose="02040503050201020203" pitchFamily="18" charset="-78"/>
                <a:ea typeface="Aptos" panose="020B0004020202020204" pitchFamily="34" charset="0"/>
                <a:cs typeface="Bahij Nazanin" panose="02040503050201020203" pitchFamily="18" charset="-78"/>
              </a:rPr>
              <a:t> یو څېړنېزې مقالې دي چې سرلیک، سریزه، لنډیز، کلیدي وییونه، پایله او اخځونه لري.</a:t>
            </a:r>
            <a:endParaRPr lang="en-US" sz="2800" dirty="0">
              <a:latin typeface="Bahij Nazanin" panose="02040503050201020203" pitchFamily="18" charset="-78"/>
              <a:ea typeface="Aptos" panose="020B0004020202020204" pitchFamily="34" charset="0"/>
              <a:cs typeface="Bahij Nazanin" panose="02040503050201020203" pitchFamily="18" charset="-78"/>
            </a:endParaRPr>
          </a:p>
          <a:p>
            <a:pPr marL="0" marR="0" algn="just" rtl="1">
              <a:lnSpc>
                <a:spcPct val="115000"/>
              </a:lnSpc>
              <a:spcBef>
                <a:spcPts val="0"/>
              </a:spcBef>
              <a:spcAft>
                <a:spcPts val="500"/>
              </a:spcAft>
            </a:pPr>
            <a:r>
              <a:rPr lang="ps-AF" sz="2800" dirty="0">
                <a:latin typeface="Bahij Nazanin" panose="02040503050201020203" pitchFamily="18" charset="-78"/>
                <a:ea typeface="Aptos" panose="020B0004020202020204" pitchFamily="34" charset="0"/>
                <a:cs typeface="Bahij Nazanin" panose="02040503050201020203" pitchFamily="18" charset="-78"/>
              </a:rPr>
              <a:t> بل ناڅېړنېزې یا عادي لیکنې دي چې سرلیک، پیلیزه یا سریزه، تنه او پایله لري. </a:t>
            </a:r>
            <a:endParaRPr lang="en-US" sz="2800" dirty="0">
              <a:latin typeface="Bahij Nazanin" panose="02040503050201020203" pitchFamily="18" charset="-78"/>
              <a:ea typeface="Aptos" panose="020B0004020202020204" pitchFamily="34" charset="0"/>
              <a:cs typeface="Bahij Nazanin" panose="02040503050201020203" pitchFamily="18" charset="-78"/>
            </a:endParaRPr>
          </a:p>
          <a:p>
            <a:pPr marL="0" indent="0">
              <a:buNone/>
            </a:pPr>
            <a:endParaRPr lang="en-US" sz="2800" dirty="0">
              <a:solidFill>
                <a:schemeClr val="tx1"/>
              </a:solidFill>
            </a:endParaRPr>
          </a:p>
        </p:txBody>
      </p:sp>
      <p:sp>
        <p:nvSpPr>
          <p:cNvPr id="6" name="Title 1"/>
          <p:cNvSpPr>
            <a:spLocks noGrp="1"/>
          </p:cNvSpPr>
          <p:nvPr>
            <p:ph type="title"/>
          </p:nvPr>
        </p:nvSpPr>
        <p:spPr>
          <a:xfrm>
            <a:off x="2565400" y="662210"/>
            <a:ext cx="8724900" cy="658590"/>
          </a:xfrm>
        </p:spPr>
        <p:style>
          <a:lnRef idx="1">
            <a:schemeClr val="accent2"/>
          </a:lnRef>
          <a:fillRef idx="2">
            <a:schemeClr val="accent2"/>
          </a:fillRef>
          <a:effectRef idx="1">
            <a:schemeClr val="accent2"/>
          </a:effectRef>
          <a:fontRef idx="minor">
            <a:schemeClr val="dk1"/>
          </a:fontRef>
        </p:style>
        <p:txBody>
          <a:bodyPr>
            <a:normAutofit fontScale="90000"/>
          </a:bodyPr>
          <a:lstStyle/>
          <a:p>
            <a:pPr lvl="0" algn="ctr" rtl="1"/>
            <a:r>
              <a:rPr lang="ps-AF" sz="4000" b="1" dirty="0">
                <a:solidFill>
                  <a:schemeClr val="tx1"/>
                </a:solidFill>
                <a:latin typeface="Bahij Nazanin" panose="02040503050201020203" pitchFamily="18" charset="-78"/>
                <a:cs typeface="Bahij Nazanin" panose="02040503050201020203" pitchFamily="18" charset="-78"/>
              </a:rPr>
              <a:t>مقاله</a:t>
            </a:r>
          </a:p>
        </p:txBody>
      </p:sp>
    </p:spTree>
    <p:extLst>
      <p:ext uri="{BB962C8B-B14F-4D97-AF65-F5344CB8AC3E}">
        <p14:creationId xmlns:p14="http://schemas.microsoft.com/office/powerpoint/2010/main" val="38293278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734790"/>
          </a:xfrm>
        </p:spPr>
        <p:style>
          <a:lnRef idx="1">
            <a:schemeClr val="accent2"/>
          </a:lnRef>
          <a:fillRef idx="2">
            <a:schemeClr val="accent2"/>
          </a:fillRef>
          <a:effectRef idx="1">
            <a:schemeClr val="accent2"/>
          </a:effectRef>
          <a:fontRef idx="minor">
            <a:schemeClr val="dk1"/>
          </a:fontRef>
        </p:style>
        <p:txBody>
          <a:bodyPr>
            <a:noAutofit/>
          </a:bodyPr>
          <a:lstStyle/>
          <a:p>
            <a:pPr algn="ctr" rtl="1"/>
            <a:r>
              <a:rPr lang="ps-AF" sz="4000" b="1" dirty="0">
                <a:solidFill>
                  <a:schemeClr val="tx1"/>
                </a:solidFill>
                <a:latin typeface="Aptos Display" panose="020B0004020202020204" pitchFamily="34" charset="0"/>
                <a:ea typeface="Times New Roman" panose="02020603050405020304" pitchFamily="18" charset="0"/>
                <a:cs typeface="Bahij Nazanin" panose="02040503050201020203" pitchFamily="18" charset="-78"/>
              </a:rPr>
              <a:t>مونوګراف</a:t>
            </a:r>
            <a:br>
              <a:rPr lang="en-US" sz="4000" dirty="0">
                <a:solidFill>
                  <a:schemeClr val="tx1"/>
                </a:solidFill>
                <a:latin typeface="Bahij Badr" panose="02040503050201020203" pitchFamily="18" charset="-78"/>
                <a:cs typeface="Bahij Badr" panose="02040503050201020203" pitchFamily="18" charset="-78"/>
              </a:rPr>
            </a:br>
            <a:endParaRPr lang="en-US" sz="4000" dirty="0">
              <a:solidFill>
                <a:schemeClr val="tx1"/>
              </a:solidFill>
              <a:latin typeface="Bahij Badr" panose="02040503050201020203" pitchFamily="18" charset="-78"/>
              <a:cs typeface="Bahij Badr" panose="02040503050201020203" pitchFamily="18" charset="-78"/>
            </a:endParaRPr>
          </a:p>
        </p:txBody>
      </p:sp>
      <p:sp>
        <p:nvSpPr>
          <p:cNvPr id="3" name="Content Placeholder 2"/>
          <p:cNvSpPr>
            <a:spLocks noGrp="1"/>
          </p:cNvSpPr>
          <p:nvPr>
            <p:ph idx="1"/>
          </p:nvPr>
        </p:nvSpPr>
        <p:spPr>
          <a:xfrm>
            <a:off x="2592924" y="1714499"/>
            <a:ext cx="8911687" cy="3829957"/>
          </a:xfrm>
        </p:spPr>
        <p:txBody>
          <a:bodyPr>
            <a:noAutofit/>
          </a:bodyPr>
          <a:lstStyle/>
          <a:p>
            <a:pPr marL="0" marR="0" algn="just" rtl="1">
              <a:lnSpc>
                <a:spcPct val="115000"/>
              </a:lnSpc>
              <a:spcBef>
                <a:spcPts val="0"/>
              </a:spcBef>
              <a:spcAft>
                <a:spcPts val="500"/>
              </a:spcAft>
            </a:pPr>
            <a:r>
              <a:rPr lang="ps-AF" sz="3200" dirty="0">
                <a:latin typeface="Bahij Nazanin" panose="02040503050201020203" pitchFamily="18" charset="-78"/>
                <a:ea typeface="Aptos" panose="020B0004020202020204" pitchFamily="34" charset="0"/>
                <a:cs typeface="Bahij Nazanin" panose="02040503050201020203" pitchFamily="18" charset="-78"/>
              </a:rPr>
              <a:t>مونوګراف یا پایلیک د څېړنیزې لیکنې یو چوکاټ دی.</a:t>
            </a:r>
            <a:endParaRPr lang="en-US" sz="3200" dirty="0">
              <a:latin typeface="Bahij Nazanin" panose="02040503050201020203" pitchFamily="18" charset="-78"/>
              <a:ea typeface="Aptos" panose="020B0004020202020204" pitchFamily="34" charset="0"/>
              <a:cs typeface="Bahij Nazanin" panose="02040503050201020203" pitchFamily="18" charset="-78"/>
            </a:endParaRPr>
          </a:p>
          <a:p>
            <a:pPr marL="0" marR="0" algn="just" rtl="1">
              <a:lnSpc>
                <a:spcPct val="115000"/>
              </a:lnSpc>
              <a:spcBef>
                <a:spcPts val="0"/>
              </a:spcBef>
              <a:spcAft>
                <a:spcPts val="500"/>
              </a:spcAft>
            </a:pPr>
            <a:r>
              <a:rPr lang="ps-AF" sz="3200" dirty="0">
                <a:latin typeface="Bahij Nazanin" panose="02040503050201020203" pitchFamily="18" charset="-78"/>
                <a:ea typeface="Aptos" panose="020B0004020202020204" pitchFamily="34" charset="0"/>
                <a:cs typeface="Bahij Nazanin" panose="02040503050201020203" pitchFamily="18" charset="-78"/>
              </a:rPr>
              <a:t>د پوهنتون محصلین یې له پوهنتون څخه تر فارغېدو وړاندې لیکي.</a:t>
            </a:r>
            <a:endParaRPr lang="en-US" sz="3200" dirty="0">
              <a:latin typeface="Bahij Nazanin" panose="02040503050201020203" pitchFamily="18" charset="-78"/>
              <a:ea typeface="Aptos" panose="020B0004020202020204" pitchFamily="34" charset="0"/>
              <a:cs typeface="Bahij Nazanin" panose="02040503050201020203" pitchFamily="18" charset="-78"/>
            </a:endParaRPr>
          </a:p>
          <a:p>
            <a:pPr marL="0" marR="0" algn="just" rtl="1">
              <a:lnSpc>
                <a:spcPct val="115000"/>
              </a:lnSpc>
              <a:spcBef>
                <a:spcPts val="0"/>
              </a:spcBef>
              <a:spcAft>
                <a:spcPts val="500"/>
              </a:spcAft>
            </a:pPr>
            <a:r>
              <a:rPr lang="ps-AF" sz="3200" dirty="0">
                <a:latin typeface="Bahij Nazanin" panose="02040503050201020203" pitchFamily="18" charset="-78"/>
                <a:ea typeface="Aptos" panose="020B0004020202020204" pitchFamily="34" charset="0"/>
                <a:cs typeface="Bahij Nazanin" panose="02040503050201020203" pitchFamily="18" charset="-78"/>
              </a:rPr>
              <a:t>فارغ یا لېسانس هغه کس دی چې مونوګراف یې لیکلی وي. </a:t>
            </a:r>
            <a:endParaRPr lang="en-US" sz="3200" dirty="0">
              <a:latin typeface="Bahij Nazanin" panose="02040503050201020203" pitchFamily="18" charset="-78"/>
              <a:ea typeface="Aptos" panose="020B0004020202020204" pitchFamily="34" charset="0"/>
              <a:cs typeface="Bahij Nazanin" panose="02040503050201020203" pitchFamily="18" charset="-78"/>
            </a:endParaRPr>
          </a:p>
          <a:p>
            <a:pPr marL="0" marR="0" algn="just" rtl="1">
              <a:lnSpc>
                <a:spcPct val="115000"/>
              </a:lnSpc>
              <a:spcBef>
                <a:spcPts val="0"/>
              </a:spcBef>
              <a:spcAft>
                <a:spcPts val="500"/>
              </a:spcAft>
            </a:pPr>
            <a:r>
              <a:rPr lang="ps-AF" sz="3200" dirty="0">
                <a:latin typeface="Bahij Nazanin" panose="02040503050201020203" pitchFamily="18" charset="-78"/>
                <a:ea typeface="Aptos" panose="020B0004020202020204" pitchFamily="34" charset="0"/>
                <a:cs typeface="Bahij Nazanin" panose="02040503050201020203" pitchFamily="18" charset="-78"/>
              </a:rPr>
              <a:t>مونوګراف څېړنه ده، چې تر مقالې یو څه لوی وي.</a:t>
            </a:r>
            <a:endParaRPr lang="en-US" sz="3200" dirty="0">
              <a:latin typeface="Bahij Nazanin" panose="02040503050201020203" pitchFamily="18" charset="-78"/>
              <a:ea typeface="Aptos" panose="020B0004020202020204" pitchFamily="34" charset="0"/>
              <a:cs typeface="Bahij Nazanin" panose="02040503050201020203" pitchFamily="18" charset="-78"/>
            </a:endParaRPr>
          </a:p>
          <a:p>
            <a:pPr marL="0" indent="0" algn="just" rtl="1">
              <a:buNone/>
            </a:pPr>
            <a:endParaRPr lang="en-US" sz="2400" dirty="0">
              <a:solidFill>
                <a:schemeClr val="tx1"/>
              </a:solidFill>
              <a:latin typeface="Bahij Nazanin" panose="02040503050201020203" pitchFamily="18" charset="-78"/>
              <a:cs typeface="Bahij Nazanin" panose="02040503050201020203" pitchFamily="18" charset="-78"/>
            </a:endParaRPr>
          </a:p>
        </p:txBody>
      </p:sp>
    </p:spTree>
    <p:extLst>
      <p:ext uri="{BB962C8B-B14F-4D97-AF65-F5344CB8AC3E}">
        <p14:creationId xmlns:p14="http://schemas.microsoft.com/office/powerpoint/2010/main" val="35481119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854200" y="635000"/>
            <a:ext cx="9650412" cy="4938486"/>
          </a:xfrm>
        </p:spPr>
        <p:txBody>
          <a:bodyPr>
            <a:noAutofit/>
          </a:bodyPr>
          <a:lstStyle/>
          <a:p>
            <a:pPr marL="0" indent="0" algn="just" rtl="1">
              <a:lnSpc>
                <a:spcPct val="150000"/>
              </a:lnSpc>
              <a:buNone/>
            </a:pPr>
            <a:r>
              <a:rPr lang="ps-AF" sz="3200" b="1" dirty="0">
                <a:solidFill>
                  <a:schemeClr val="tx1"/>
                </a:solidFill>
                <a:latin typeface="Bahij Nazanin" panose="02040503050201020203" pitchFamily="18" charset="-78"/>
                <a:cs typeface="Bahij Nazanin" panose="02040503050201020203" pitchFamily="18" charset="-78"/>
              </a:rPr>
              <a:t>ادامه ...</a:t>
            </a:r>
          </a:p>
          <a:p>
            <a:pPr marL="0" marR="0" algn="just" rtl="1">
              <a:lnSpc>
                <a:spcPct val="115000"/>
              </a:lnSpc>
              <a:spcBef>
                <a:spcPts val="0"/>
              </a:spcBef>
              <a:spcAft>
                <a:spcPts val="500"/>
              </a:spcAft>
            </a:pPr>
            <a:r>
              <a:rPr lang="ps-AF" sz="3200" dirty="0">
                <a:latin typeface="Bahij Nazanin" panose="02040503050201020203" pitchFamily="18" charset="-78"/>
                <a:ea typeface="Aptos" panose="020B0004020202020204" pitchFamily="34" charset="0"/>
                <a:cs typeface="Bahij Nazanin" panose="02040503050201020203" pitchFamily="18" charset="-78"/>
              </a:rPr>
              <a:t>مونوګراف پر واحده موضوع را څرخي چې بېلابېل اړخونه یې پکې څېړل کېږي.</a:t>
            </a:r>
            <a:endParaRPr lang="en-US" sz="3200" dirty="0">
              <a:latin typeface="Bahij Nazanin" panose="02040503050201020203" pitchFamily="18" charset="-78"/>
              <a:ea typeface="Aptos" panose="020B0004020202020204" pitchFamily="34" charset="0"/>
              <a:cs typeface="Bahij Nazanin" panose="02040503050201020203" pitchFamily="18" charset="-78"/>
            </a:endParaRPr>
          </a:p>
          <a:p>
            <a:pPr marL="0" marR="0" algn="just" rtl="1">
              <a:lnSpc>
                <a:spcPct val="115000"/>
              </a:lnSpc>
              <a:spcBef>
                <a:spcPts val="0"/>
              </a:spcBef>
              <a:spcAft>
                <a:spcPts val="500"/>
              </a:spcAft>
            </a:pPr>
            <a:r>
              <a:rPr lang="ps-AF" sz="3200" dirty="0">
                <a:latin typeface="Bahij Nazanin" panose="02040503050201020203" pitchFamily="18" charset="-78"/>
                <a:ea typeface="Aptos" panose="020B0004020202020204" pitchFamily="34" charset="0"/>
                <a:cs typeface="Bahij Nazanin" panose="02040503050201020203" pitchFamily="18" charset="-78"/>
              </a:rPr>
              <a:t>د موضوع شالید، د څېړنې ډول، مېتود، د څېړنې پوښتنې، موخې، ارزښت او د څېړنې نور اړوند مسایل باید روښانه وي.</a:t>
            </a:r>
            <a:endParaRPr lang="en-US" sz="3200" dirty="0">
              <a:latin typeface="Bahij Nazanin" panose="02040503050201020203" pitchFamily="18" charset="-78"/>
              <a:ea typeface="Aptos" panose="020B0004020202020204" pitchFamily="34" charset="0"/>
              <a:cs typeface="Bahij Nazanin" panose="02040503050201020203" pitchFamily="18" charset="-78"/>
            </a:endParaRPr>
          </a:p>
          <a:p>
            <a:pPr marL="0" marR="0" algn="just" rtl="1">
              <a:lnSpc>
                <a:spcPct val="115000"/>
              </a:lnSpc>
              <a:spcBef>
                <a:spcPts val="0"/>
              </a:spcBef>
              <a:spcAft>
                <a:spcPts val="500"/>
              </a:spcAft>
            </a:pPr>
            <a:r>
              <a:rPr lang="ps-AF" sz="3200" dirty="0">
                <a:latin typeface="Bahij Nazanin" panose="02040503050201020203" pitchFamily="18" charset="-78"/>
                <a:ea typeface="Aptos" panose="020B0004020202020204" pitchFamily="34" charset="0"/>
                <a:cs typeface="Bahij Nazanin" panose="02040503050201020203" pitchFamily="18" charset="-78"/>
              </a:rPr>
              <a:t> ورسره مونوګراف باید اخځونه او پایله هم ولري.‌</a:t>
            </a:r>
            <a:endParaRPr lang="en-US" sz="3200" dirty="0">
              <a:latin typeface="Bahij Nazanin" panose="02040503050201020203" pitchFamily="18" charset="-78"/>
              <a:ea typeface="Aptos" panose="020B0004020202020204" pitchFamily="34" charset="0"/>
              <a:cs typeface="Bahij Nazanin" panose="02040503050201020203" pitchFamily="18" charset="-78"/>
            </a:endParaRPr>
          </a:p>
          <a:p>
            <a:pPr marL="0" marR="0" algn="just" rtl="1">
              <a:lnSpc>
                <a:spcPct val="115000"/>
              </a:lnSpc>
              <a:spcBef>
                <a:spcPts val="0"/>
              </a:spcBef>
              <a:spcAft>
                <a:spcPts val="500"/>
              </a:spcAft>
            </a:pPr>
            <a:r>
              <a:rPr lang="ps-AF" sz="3200" dirty="0">
                <a:latin typeface="Bahij Nazanin" panose="02040503050201020203" pitchFamily="18" charset="-78"/>
                <a:ea typeface="Aptos" panose="020B0004020202020204" pitchFamily="34" charset="0"/>
                <a:cs typeface="Bahij Nazanin" panose="02040503050201020203" pitchFamily="18" charset="-78"/>
              </a:rPr>
              <a:t>د مونوګراف موخه له لیکوال‍ۍ سره د محصل بلدتیا ده.</a:t>
            </a:r>
            <a:endParaRPr lang="en-US" sz="3200" dirty="0">
              <a:latin typeface="Bahij Nazanin" panose="02040503050201020203" pitchFamily="18" charset="-78"/>
              <a:ea typeface="Aptos" panose="020B0004020202020204" pitchFamily="34" charset="0"/>
              <a:cs typeface="Bahij Nazanin" panose="02040503050201020203" pitchFamily="18" charset="-78"/>
            </a:endParaRPr>
          </a:p>
          <a:p>
            <a:pPr marL="0" marR="0" algn="just" rtl="1">
              <a:lnSpc>
                <a:spcPct val="115000"/>
              </a:lnSpc>
              <a:spcBef>
                <a:spcPts val="0"/>
              </a:spcBef>
              <a:spcAft>
                <a:spcPts val="500"/>
              </a:spcAft>
            </a:pPr>
            <a:r>
              <a:rPr lang="ps-AF" sz="3200" dirty="0">
                <a:latin typeface="Bahij Nazanin" panose="02040503050201020203" pitchFamily="18" charset="-78"/>
                <a:ea typeface="Aptos" panose="020B0004020202020204" pitchFamily="34" charset="0"/>
                <a:cs typeface="Bahij Nazanin" panose="02040503050201020203" pitchFamily="18" charset="-78"/>
              </a:rPr>
              <a:t>له څېړنې سره بلدتیا ده.</a:t>
            </a:r>
            <a:endParaRPr lang="en-US" sz="3200" dirty="0">
              <a:latin typeface="Bahij Nazanin" panose="02040503050201020203" pitchFamily="18" charset="-78"/>
              <a:ea typeface="Aptos" panose="020B0004020202020204" pitchFamily="34" charset="0"/>
              <a:cs typeface="Bahij Nazanin" panose="02040503050201020203" pitchFamily="18" charset="-78"/>
            </a:endParaRPr>
          </a:p>
          <a:p>
            <a:pPr marL="0" indent="0" algn="just" rtl="1">
              <a:lnSpc>
                <a:spcPct val="150000"/>
              </a:lnSpc>
              <a:buNone/>
            </a:pPr>
            <a:endParaRPr lang="en-US" sz="3200" b="1" dirty="0">
              <a:solidFill>
                <a:schemeClr val="tx1"/>
              </a:solidFill>
              <a:latin typeface="Bahij Nazanin" panose="02040503050201020203" pitchFamily="18" charset="-78"/>
              <a:cs typeface="Bahij Nazanin" panose="02040503050201020203" pitchFamily="18" charset="-78"/>
            </a:endParaRPr>
          </a:p>
        </p:txBody>
      </p:sp>
    </p:spTree>
    <p:extLst>
      <p:ext uri="{BB962C8B-B14F-4D97-AF65-F5344CB8AC3E}">
        <p14:creationId xmlns:p14="http://schemas.microsoft.com/office/powerpoint/2010/main" val="36640138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55812" y="1104900"/>
            <a:ext cx="8915400" cy="3777622"/>
          </a:xfrm>
        </p:spPr>
        <p:txBody>
          <a:bodyPr>
            <a:normAutofit fontScale="85000" lnSpcReduction="10000"/>
          </a:bodyPr>
          <a:lstStyle/>
          <a:p>
            <a:pPr marL="0" indent="0" algn="r" rtl="1">
              <a:buNone/>
            </a:pPr>
            <a:r>
              <a:rPr lang="ps-AF" sz="3200" b="1" dirty="0">
                <a:solidFill>
                  <a:schemeClr val="tx1"/>
                </a:solidFill>
                <a:latin typeface="Bahij Nazanin" panose="02040503050201020203" pitchFamily="18" charset="-78"/>
                <a:cs typeface="Bahij Nazanin" panose="02040503050201020203" pitchFamily="18" charset="-78"/>
              </a:rPr>
              <a:t>ادامه ...</a:t>
            </a:r>
          </a:p>
          <a:p>
            <a:pPr marL="0" marR="0" algn="just" rtl="1">
              <a:lnSpc>
                <a:spcPct val="115000"/>
              </a:lnSpc>
              <a:spcBef>
                <a:spcPts val="0"/>
              </a:spcBef>
              <a:spcAft>
                <a:spcPts val="500"/>
              </a:spcAft>
            </a:pPr>
            <a:r>
              <a:rPr lang="ps-AF" sz="3200" dirty="0">
                <a:latin typeface="Bahij Nazanin" panose="02040503050201020203" pitchFamily="18" charset="-78"/>
                <a:ea typeface="Aptos" panose="020B0004020202020204" pitchFamily="34" charset="0"/>
                <a:cs typeface="Bahij Nazanin" panose="02040503050201020203" pitchFamily="18" charset="-78"/>
              </a:rPr>
              <a:t>د مونوګراف ځانګړنې او محدویتونه په مختلفو هېوادونو او اکاډمیکو مرکزونو کې توپیر کوي.</a:t>
            </a:r>
            <a:endParaRPr lang="en-US" sz="3200" dirty="0">
              <a:latin typeface="Bahij Nazanin" panose="02040503050201020203" pitchFamily="18" charset="-78"/>
              <a:ea typeface="Aptos" panose="020B0004020202020204" pitchFamily="34" charset="0"/>
              <a:cs typeface="Bahij Nazanin" panose="02040503050201020203" pitchFamily="18" charset="-78"/>
            </a:endParaRPr>
          </a:p>
          <a:p>
            <a:pPr marL="0" marR="0" algn="just" rtl="1">
              <a:lnSpc>
                <a:spcPct val="115000"/>
              </a:lnSpc>
              <a:spcBef>
                <a:spcPts val="0"/>
              </a:spcBef>
              <a:spcAft>
                <a:spcPts val="500"/>
              </a:spcAft>
            </a:pPr>
            <a:r>
              <a:rPr lang="ps-AF" sz="3200" dirty="0">
                <a:latin typeface="Bahij Nazanin" panose="02040503050201020203" pitchFamily="18" charset="-78"/>
                <a:ea typeface="Aptos" panose="020B0004020202020204" pitchFamily="34" charset="0"/>
                <a:cs typeface="Bahij Nazanin" panose="02040503050201020203" pitchFamily="18" charset="-78"/>
              </a:rPr>
              <a:t>کله تدوین او راټولونه هم په مونوګراف کې راځي.</a:t>
            </a:r>
            <a:endParaRPr lang="en-US" sz="3200" dirty="0">
              <a:latin typeface="Bahij Nazanin" panose="02040503050201020203" pitchFamily="18" charset="-78"/>
              <a:ea typeface="Aptos" panose="020B0004020202020204" pitchFamily="34" charset="0"/>
              <a:cs typeface="Bahij Nazanin" panose="02040503050201020203" pitchFamily="18" charset="-78"/>
            </a:endParaRPr>
          </a:p>
          <a:p>
            <a:pPr marL="0" marR="0" algn="just" rtl="1">
              <a:lnSpc>
                <a:spcPct val="115000"/>
              </a:lnSpc>
              <a:spcBef>
                <a:spcPts val="0"/>
              </a:spcBef>
              <a:spcAft>
                <a:spcPts val="500"/>
              </a:spcAft>
            </a:pPr>
            <a:r>
              <a:rPr lang="ps-AF" sz="3200" dirty="0">
                <a:latin typeface="Bahij Nazanin" panose="02040503050201020203" pitchFamily="18" charset="-78"/>
                <a:ea typeface="Aptos" panose="020B0004020202020204" pitchFamily="34" charset="0"/>
                <a:cs typeface="Bahij Nazanin" panose="02040503050201020203" pitchFamily="18" charset="-78"/>
              </a:rPr>
              <a:t>کله ژباړه هم د مونوګراف په توګه منل کېږي.‌</a:t>
            </a:r>
            <a:endParaRPr lang="en-US" sz="3200" dirty="0">
              <a:latin typeface="Bahij Nazanin" panose="02040503050201020203" pitchFamily="18" charset="-78"/>
              <a:ea typeface="Aptos" panose="020B0004020202020204" pitchFamily="34" charset="0"/>
              <a:cs typeface="Bahij Nazanin" panose="02040503050201020203" pitchFamily="18" charset="-78"/>
            </a:endParaRPr>
          </a:p>
          <a:p>
            <a:pPr marL="0" marR="0" algn="just" rtl="1">
              <a:lnSpc>
                <a:spcPct val="115000"/>
              </a:lnSpc>
              <a:spcBef>
                <a:spcPts val="0"/>
              </a:spcBef>
              <a:spcAft>
                <a:spcPts val="500"/>
              </a:spcAft>
            </a:pPr>
            <a:r>
              <a:rPr lang="ps-AF" sz="3200" dirty="0">
                <a:latin typeface="Bahij Nazanin" panose="02040503050201020203" pitchFamily="18" charset="-78"/>
                <a:ea typeface="Aptos" panose="020B0004020202020204" pitchFamily="34" charset="0"/>
                <a:cs typeface="Bahij Nazanin" panose="02040503050201020203" pitchFamily="18" charset="-78"/>
              </a:rPr>
              <a:t>په پښتو څانګه کې لیکل کېدونکی مونوګراف باید تر دېرشو مخونو کم نه وي.</a:t>
            </a:r>
            <a:endParaRPr lang="en-US" sz="3200" dirty="0">
              <a:latin typeface="Bahij Nazanin" panose="02040503050201020203" pitchFamily="18" charset="-78"/>
              <a:ea typeface="Aptos" panose="020B0004020202020204" pitchFamily="34" charset="0"/>
              <a:cs typeface="Bahij Nazanin" panose="02040503050201020203" pitchFamily="18" charset="-78"/>
            </a:endParaRPr>
          </a:p>
          <a:p>
            <a:pPr marL="0" marR="0" algn="just" rtl="1">
              <a:lnSpc>
                <a:spcPct val="115000"/>
              </a:lnSpc>
              <a:spcBef>
                <a:spcPts val="0"/>
              </a:spcBef>
              <a:spcAft>
                <a:spcPts val="500"/>
              </a:spcAft>
            </a:pPr>
            <a:r>
              <a:rPr lang="ps-AF" sz="3200" dirty="0">
                <a:latin typeface="Bahij Nazanin" panose="02040503050201020203" pitchFamily="18" charset="-78"/>
                <a:ea typeface="Aptos" panose="020B0004020202020204" pitchFamily="34" charset="0"/>
                <a:cs typeface="Bahij Nazanin" panose="02040503050201020203" pitchFamily="18" charset="-78"/>
              </a:rPr>
              <a:t>لږ تر لږه اته اخځونه باید پکې کارول شوي وي. </a:t>
            </a:r>
            <a:endParaRPr lang="en-US" sz="3200" dirty="0">
              <a:latin typeface="Bahij Nazanin" panose="02040503050201020203" pitchFamily="18" charset="-78"/>
              <a:ea typeface="Aptos" panose="020B0004020202020204" pitchFamily="34" charset="0"/>
              <a:cs typeface="Bahij Nazanin" panose="02040503050201020203" pitchFamily="18" charset="-78"/>
            </a:endParaRPr>
          </a:p>
          <a:p>
            <a:pPr marL="0" indent="0" algn="r" rtl="1">
              <a:buNone/>
            </a:pPr>
            <a:endParaRPr lang="en-US" sz="3200" b="1" dirty="0">
              <a:solidFill>
                <a:schemeClr val="tx1"/>
              </a:solidFill>
              <a:latin typeface="Bahij Nazanin" panose="02040503050201020203" pitchFamily="18" charset="-78"/>
              <a:cs typeface="Bahij Nazanin" panose="02040503050201020203" pitchFamily="18" charset="-78"/>
            </a:endParaRPr>
          </a:p>
        </p:txBody>
      </p:sp>
    </p:spTree>
    <p:extLst>
      <p:ext uri="{BB962C8B-B14F-4D97-AF65-F5344CB8AC3E}">
        <p14:creationId xmlns:p14="http://schemas.microsoft.com/office/powerpoint/2010/main" val="3071516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89212" y="1778000"/>
            <a:ext cx="8915400" cy="4305300"/>
          </a:xfrm>
        </p:spPr>
        <p:txBody>
          <a:bodyPr>
            <a:normAutofit/>
          </a:bodyPr>
          <a:lstStyle/>
          <a:p>
            <a:pPr marL="0" marR="0" algn="just" rtl="1">
              <a:lnSpc>
                <a:spcPct val="115000"/>
              </a:lnSpc>
              <a:spcBef>
                <a:spcPts val="0"/>
              </a:spcBef>
              <a:spcAft>
                <a:spcPts val="500"/>
              </a:spcAft>
            </a:pPr>
            <a:r>
              <a:rPr lang="ps-AF" sz="2800" dirty="0">
                <a:latin typeface="Bahij Nazanin" panose="02040503050201020203" pitchFamily="18" charset="-78"/>
                <a:ea typeface="Aptos" panose="020B0004020202020204" pitchFamily="34" charset="0"/>
                <a:cs typeface="Bahij Nazanin" panose="02040503050201020203" pitchFamily="18" charset="-78"/>
              </a:rPr>
              <a:t>د ماسټرۍ او دوکتورا محصلین یې ددغو درجو د تر لاسه کولو لپاره لیکي.</a:t>
            </a:r>
            <a:endParaRPr lang="en-US" sz="2800" dirty="0">
              <a:latin typeface="Bahij Nazanin" panose="02040503050201020203" pitchFamily="18" charset="-78"/>
              <a:ea typeface="Aptos" panose="020B0004020202020204" pitchFamily="34" charset="0"/>
              <a:cs typeface="Bahij Nazanin" panose="02040503050201020203" pitchFamily="18" charset="-78"/>
            </a:endParaRPr>
          </a:p>
          <a:p>
            <a:pPr marL="0" marR="0" algn="just" rtl="1">
              <a:lnSpc>
                <a:spcPct val="115000"/>
              </a:lnSpc>
              <a:spcBef>
                <a:spcPts val="0"/>
              </a:spcBef>
              <a:spcAft>
                <a:spcPts val="500"/>
              </a:spcAft>
            </a:pPr>
            <a:r>
              <a:rPr lang="ps-AF" sz="2800" dirty="0">
                <a:latin typeface="Bahij Nazanin" panose="02040503050201020203" pitchFamily="18" charset="-78"/>
                <a:ea typeface="Aptos" panose="020B0004020202020204" pitchFamily="34" charset="0"/>
                <a:cs typeface="Bahij Nazanin" panose="02040503050201020203" pitchFamily="18" charset="-78"/>
              </a:rPr>
              <a:t>دا هم څېړنیز کار دی. </a:t>
            </a:r>
            <a:endParaRPr lang="en-US" sz="2800" dirty="0">
              <a:latin typeface="Bahij Nazanin" panose="02040503050201020203" pitchFamily="18" charset="-78"/>
              <a:ea typeface="Aptos" panose="020B0004020202020204" pitchFamily="34" charset="0"/>
              <a:cs typeface="Bahij Nazanin" panose="02040503050201020203" pitchFamily="18" charset="-78"/>
            </a:endParaRPr>
          </a:p>
          <a:p>
            <a:pPr marL="0" marR="0" algn="just" rtl="1">
              <a:lnSpc>
                <a:spcPct val="115000"/>
              </a:lnSpc>
              <a:spcBef>
                <a:spcPts val="0"/>
              </a:spcBef>
              <a:spcAft>
                <a:spcPts val="500"/>
              </a:spcAft>
            </a:pPr>
            <a:r>
              <a:rPr lang="ps-AF" sz="2800" dirty="0">
                <a:latin typeface="Bahij Nazanin" panose="02040503050201020203" pitchFamily="18" charset="-78"/>
                <a:ea typeface="Aptos" panose="020B0004020202020204" pitchFamily="34" charset="0"/>
                <a:cs typeface="Bahij Nazanin" panose="02040503050201020203" pitchFamily="18" charset="-78"/>
              </a:rPr>
              <a:t>د دوکتورا دورې لپاره لیکل کېدونکي اثر ته ډیزرټېشن (</a:t>
            </a:r>
            <a:r>
              <a:rPr lang="en-GB" sz="2800" dirty="0">
                <a:latin typeface="Bahij Nazanin" panose="02040503050201020203" pitchFamily="18" charset="-78"/>
                <a:ea typeface="Aptos" panose="020B0004020202020204" pitchFamily="34" charset="0"/>
                <a:cs typeface="Bahij Nazanin" panose="02040503050201020203" pitchFamily="18" charset="-78"/>
              </a:rPr>
              <a:t>Dissertation</a:t>
            </a:r>
            <a:r>
              <a:rPr lang="ps-AF" sz="2800" dirty="0">
                <a:latin typeface="Bahij Nazanin" panose="02040503050201020203" pitchFamily="18" charset="-78"/>
                <a:ea typeface="Aptos" panose="020B0004020202020204" pitchFamily="34" charset="0"/>
                <a:cs typeface="Bahij Nazanin" panose="02040503050201020203" pitchFamily="18" charset="-78"/>
              </a:rPr>
              <a:t>) وايي.‌ </a:t>
            </a:r>
            <a:endParaRPr lang="en-US" sz="2800" dirty="0">
              <a:latin typeface="Bahij Nazanin" panose="02040503050201020203" pitchFamily="18" charset="-78"/>
              <a:ea typeface="Aptos" panose="020B0004020202020204" pitchFamily="34" charset="0"/>
              <a:cs typeface="Bahij Nazanin" panose="02040503050201020203" pitchFamily="18" charset="-78"/>
            </a:endParaRPr>
          </a:p>
          <a:p>
            <a:pPr marL="0" marR="0" algn="just" rtl="1">
              <a:lnSpc>
                <a:spcPct val="115000"/>
              </a:lnSpc>
              <a:spcBef>
                <a:spcPts val="0"/>
              </a:spcBef>
              <a:spcAft>
                <a:spcPts val="500"/>
              </a:spcAft>
            </a:pPr>
            <a:r>
              <a:rPr lang="ps-AF" sz="2800" dirty="0">
                <a:latin typeface="Bahij Nazanin" panose="02040503050201020203" pitchFamily="18" charset="-78"/>
                <a:ea typeface="Aptos" panose="020B0004020202020204" pitchFamily="34" charset="0"/>
                <a:cs typeface="Bahij Nazanin" panose="02040503050201020203" pitchFamily="18" charset="-78"/>
              </a:rPr>
              <a:t>د ماسټرۍ لپاره لیکل کېدونکي اثر ته تېزس وايي. </a:t>
            </a:r>
            <a:endParaRPr lang="en-US" sz="2800" dirty="0">
              <a:latin typeface="Bahij Nazanin" panose="02040503050201020203" pitchFamily="18" charset="-78"/>
              <a:ea typeface="Aptos" panose="020B0004020202020204" pitchFamily="34" charset="0"/>
              <a:cs typeface="Bahij Nazanin" panose="02040503050201020203" pitchFamily="18" charset="-78"/>
            </a:endParaRPr>
          </a:p>
          <a:p>
            <a:pPr marL="0" marR="0" algn="just" rtl="1">
              <a:lnSpc>
                <a:spcPct val="115000"/>
              </a:lnSpc>
              <a:spcBef>
                <a:spcPts val="0"/>
              </a:spcBef>
              <a:spcAft>
                <a:spcPts val="500"/>
              </a:spcAft>
            </a:pPr>
            <a:r>
              <a:rPr lang="ps-AF" sz="2800" dirty="0">
                <a:latin typeface="Bahij Nazanin" panose="02040503050201020203" pitchFamily="18" charset="-78"/>
                <a:ea typeface="Aptos" panose="020B0004020202020204" pitchFamily="34" charset="0"/>
                <a:cs typeface="Bahij Nazanin" panose="02040503050201020203" pitchFamily="18" charset="-78"/>
              </a:rPr>
              <a:t>- په ځینو هېوادونو کې دواړو ته تېزس وايي. </a:t>
            </a:r>
            <a:endParaRPr lang="en-US" sz="2800" dirty="0">
              <a:latin typeface="Bahij Nazanin" panose="02040503050201020203" pitchFamily="18" charset="-78"/>
              <a:ea typeface="Aptos" panose="020B0004020202020204" pitchFamily="34" charset="0"/>
              <a:cs typeface="Bahij Nazanin" panose="02040503050201020203" pitchFamily="18" charset="-78"/>
            </a:endParaRPr>
          </a:p>
          <a:p>
            <a:pPr marL="0" marR="0" algn="just" rtl="1">
              <a:lnSpc>
                <a:spcPct val="115000"/>
              </a:lnSpc>
              <a:spcBef>
                <a:spcPts val="0"/>
              </a:spcBef>
              <a:spcAft>
                <a:spcPts val="500"/>
              </a:spcAft>
            </a:pPr>
            <a:r>
              <a:rPr lang="ps-AF" sz="2800" dirty="0">
                <a:latin typeface="Bahij Nazanin" panose="02040503050201020203" pitchFamily="18" charset="-78"/>
                <a:ea typeface="Aptos" panose="020B0004020202020204" pitchFamily="34" charset="0"/>
                <a:cs typeface="Bahij Nazanin" panose="02040503050201020203" pitchFamily="18" charset="-78"/>
              </a:rPr>
              <a:t>په عربي هېوادونو کې بیا دواړو ته (رساله)‌ وايي. </a:t>
            </a:r>
            <a:endParaRPr lang="en-US" sz="2800" dirty="0">
              <a:latin typeface="Bahij Nazanin" panose="02040503050201020203" pitchFamily="18" charset="-78"/>
              <a:ea typeface="Aptos" panose="020B0004020202020204" pitchFamily="34" charset="0"/>
              <a:cs typeface="Bahij Nazanin" panose="02040503050201020203" pitchFamily="18" charset="-78"/>
            </a:endParaRPr>
          </a:p>
          <a:p>
            <a:pPr marL="0" indent="0">
              <a:buNone/>
            </a:pPr>
            <a:endParaRPr lang="en-US" sz="2000" dirty="0"/>
          </a:p>
        </p:txBody>
      </p:sp>
      <p:sp>
        <p:nvSpPr>
          <p:cNvPr id="4" name="Title 1"/>
          <p:cNvSpPr>
            <a:spLocks noGrp="1"/>
          </p:cNvSpPr>
          <p:nvPr>
            <p:ph type="title"/>
          </p:nvPr>
        </p:nvSpPr>
        <p:spPr>
          <a:xfrm>
            <a:off x="2589212" y="776510"/>
            <a:ext cx="8911687" cy="734790"/>
          </a:xfrm>
        </p:spPr>
        <p:style>
          <a:lnRef idx="1">
            <a:schemeClr val="accent2"/>
          </a:lnRef>
          <a:fillRef idx="2">
            <a:schemeClr val="accent2"/>
          </a:fillRef>
          <a:effectRef idx="1">
            <a:schemeClr val="accent2"/>
          </a:effectRef>
          <a:fontRef idx="minor">
            <a:schemeClr val="dk1"/>
          </a:fontRef>
        </p:style>
        <p:txBody>
          <a:bodyPr>
            <a:noAutofit/>
          </a:bodyPr>
          <a:lstStyle/>
          <a:p>
            <a:pPr algn="ctr" rtl="1"/>
            <a:r>
              <a:rPr lang="ps-AF" sz="4000" b="1" dirty="0">
                <a:solidFill>
                  <a:schemeClr val="tx1"/>
                </a:solidFill>
                <a:latin typeface="Aptos Display" panose="020B0004020202020204" pitchFamily="34" charset="0"/>
                <a:ea typeface="Times New Roman" panose="02020603050405020304" pitchFamily="18" charset="0"/>
                <a:cs typeface="Bahij Nazanin" panose="02040503050201020203" pitchFamily="18" charset="-78"/>
              </a:rPr>
              <a:t>تېزس / ډیزرټېشن</a:t>
            </a:r>
            <a:endParaRPr lang="en-US" sz="4000" dirty="0">
              <a:solidFill>
                <a:schemeClr val="tx1"/>
              </a:solidFill>
              <a:latin typeface="Bahij Badr" panose="02040503050201020203" pitchFamily="18" charset="-78"/>
              <a:cs typeface="Bahij Badr" panose="02040503050201020203" pitchFamily="18" charset="-78"/>
            </a:endParaRPr>
          </a:p>
        </p:txBody>
      </p:sp>
    </p:spTree>
    <p:extLst>
      <p:ext uri="{BB962C8B-B14F-4D97-AF65-F5344CB8AC3E}">
        <p14:creationId xmlns:p14="http://schemas.microsoft.com/office/powerpoint/2010/main" val="41555783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722090"/>
          </a:xfrm>
        </p:spPr>
        <p:txBody>
          <a:bodyPr/>
          <a:lstStyle/>
          <a:p>
            <a:pPr algn="r" rtl="1"/>
            <a:r>
              <a:rPr lang="ps-AF" b="1" dirty="0">
                <a:latin typeface="Bahij Nazanin" panose="02040503050201020203" pitchFamily="18" charset="-78"/>
                <a:cs typeface="Bahij Nazanin" panose="02040503050201020203" pitchFamily="18" charset="-78"/>
              </a:rPr>
              <a:t>ادامه</a:t>
            </a:r>
            <a:r>
              <a:rPr lang="ps-AF" b="1" dirty="0"/>
              <a:t> ...</a:t>
            </a:r>
            <a:endParaRPr lang="en-US" b="1" dirty="0"/>
          </a:p>
        </p:txBody>
      </p:sp>
      <p:sp>
        <p:nvSpPr>
          <p:cNvPr id="3" name="Content Placeholder 2"/>
          <p:cNvSpPr>
            <a:spLocks noGrp="1"/>
          </p:cNvSpPr>
          <p:nvPr>
            <p:ph idx="1"/>
          </p:nvPr>
        </p:nvSpPr>
        <p:spPr>
          <a:xfrm>
            <a:off x="2589212" y="1117600"/>
            <a:ext cx="8915400" cy="4793622"/>
          </a:xfrm>
        </p:spPr>
        <p:txBody>
          <a:bodyPr/>
          <a:lstStyle/>
          <a:p>
            <a:pPr marL="0" marR="0" algn="just" rtl="1">
              <a:lnSpc>
                <a:spcPct val="115000"/>
              </a:lnSpc>
              <a:spcBef>
                <a:spcPts val="0"/>
              </a:spcBef>
              <a:spcAft>
                <a:spcPts val="500"/>
              </a:spcAft>
            </a:pPr>
            <a:r>
              <a:rPr lang="ps-AF" sz="2800" dirty="0">
                <a:latin typeface="Bahij Nazanin" panose="02040503050201020203" pitchFamily="18" charset="-78"/>
                <a:ea typeface="Aptos" panose="020B0004020202020204" pitchFamily="34" charset="0"/>
                <a:cs typeface="Bahij Nazanin" panose="02040503050201020203" pitchFamily="18" charset="-78"/>
              </a:rPr>
              <a:t>تېزس یو پوره څېړنیز کار دی چې په معیارونو برابر وي.‌ </a:t>
            </a:r>
            <a:endParaRPr lang="en-US" sz="2800" dirty="0">
              <a:latin typeface="Bahij Nazanin" panose="02040503050201020203" pitchFamily="18" charset="-78"/>
              <a:ea typeface="Aptos" panose="020B0004020202020204" pitchFamily="34" charset="0"/>
              <a:cs typeface="Bahij Nazanin" panose="02040503050201020203" pitchFamily="18" charset="-78"/>
            </a:endParaRPr>
          </a:p>
          <a:p>
            <a:pPr marL="0" marR="0" algn="just" rtl="1">
              <a:lnSpc>
                <a:spcPct val="115000"/>
              </a:lnSpc>
              <a:spcBef>
                <a:spcPts val="0"/>
              </a:spcBef>
              <a:spcAft>
                <a:spcPts val="500"/>
              </a:spcAft>
            </a:pPr>
            <a:r>
              <a:rPr lang="ps-AF" sz="2800" dirty="0">
                <a:latin typeface="Bahij Nazanin" panose="02040503050201020203" pitchFamily="18" charset="-78"/>
                <a:ea typeface="Aptos" panose="020B0004020202020204" pitchFamily="34" charset="0"/>
                <a:cs typeface="Bahij Nazanin" panose="02040503050201020203" pitchFamily="18" charset="-78"/>
              </a:rPr>
              <a:t>یو بشپړ تېزس باید پوښتۍ، د کتاب پېژندنه، عنوان، مننه او ډالۍ ولري.</a:t>
            </a:r>
            <a:endParaRPr lang="en-US" sz="2800" dirty="0">
              <a:latin typeface="Bahij Nazanin" panose="02040503050201020203" pitchFamily="18" charset="-78"/>
              <a:ea typeface="Aptos" panose="020B0004020202020204" pitchFamily="34" charset="0"/>
              <a:cs typeface="Bahij Nazanin" panose="02040503050201020203" pitchFamily="18" charset="-78"/>
            </a:endParaRPr>
          </a:p>
          <a:p>
            <a:pPr marL="0" marR="0" algn="just" rtl="1">
              <a:lnSpc>
                <a:spcPct val="115000"/>
              </a:lnSpc>
              <a:spcBef>
                <a:spcPts val="0"/>
              </a:spcBef>
              <a:spcAft>
                <a:spcPts val="500"/>
              </a:spcAft>
            </a:pPr>
            <a:r>
              <a:rPr lang="ps-AF" sz="2800" dirty="0">
                <a:latin typeface="Bahij Nazanin" panose="02040503050201020203" pitchFamily="18" charset="-78"/>
                <a:ea typeface="Aptos" panose="020B0004020202020204" pitchFamily="34" charset="0"/>
                <a:cs typeface="Bahij Nazanin" panose="02040503050201020203" pitchFamily="18" charset="-78"/>
              </a:rPr>
              <a:t>مخکنۍ خبرې، نیولیک، د جدولونو نیولیک، د شکلونو نیولیک او فهرست ولري. </a:t>
            </a:r>
            <a:endParaRPr lang="en-US" sz="2800" dirty="0">
              <a:latin typeface="Bahij Nazanin" panose="02040503050201020203" pitchFamily="18" charset="-78"/>
              <a:ea typeface="Aptos" panose="020B0004020202020204" pitchFamily="34" charset="0"/>
              <a:cs typeface="Bahij Nazanin" panose="02040503050201020203" pitchFamily="18" charset="-78"/>
            </a:endParaRPr>
          </a:p>
          <a:p>
            <a:pPr marL="0" marR="0" algn="just" rtl="1">
              <a:lnSpc>
                <a:spcPct val="115000"/>
              </a:lnSpc>
              <a:spcBef>
                <a:spcPts val="0"/>
              </a:spcBef>
              <a:spcAft>
                <a:spcPts val="500"/>
              </a:spcAft>
            </a:pPr>
            <a:r>
              <a:rPr lang="ps-AF" sz="2800" dirty="0">
                <a:latin typeface="Bahij Nazanin" panose="02040503050201020203" pitchFamily="18" charset="-78"/>
                <a:ea typeface="Aptos" panose="020B0004020202020204" pitchFamily="34" charset="0"/>
                <a:cs typeface="Bahij Nazanin" panose="02040503050201020203" pitchFamily="18" charset="-78"/>
              </a:rPr>
              <a:t>لنډیز، د څېړنې کلیات، سریزه، د مسألې بیان، پر موضوع د کار شالید، د څېړنې ارزښت او اهمیت، موخې، اصلي او فرعي پوښتنې، فرضیه یا فرضیې، د متغیراتو یا مفاهیمو تعریف، د څېړنې نظري بنسټ، د څېړنې مېتود او ډول، که په څېړنه کې شمېرې وي، د هغه اندازه، د نمونې اخیستنې مېتود، د شمېرو تحلیل...، پایله، وړاندیزونه، اخځونه او ضمایم راشي.</a:t>
            </a:r>
            <a:endParaRPr lang="en-US" sz="2800" dirty="0">
              <a:latin typeface="Bahij Nazanin" panose="02040503050201020203" pitchFamily="18" charset="-78"/>
              <a:ea typeface="Aptos" panose="020B0004020202020204" pitchFamily="34" charset="0"/>
              <a:cs typeface="Bahij Nazanin" panose="02040503050201020203" pitchFamily="18" charset="-78"/>
            </a:endParaRPr>
          </a:p>
          <a:p>
            <a:endParaRPr lang="en-US" dirty="0"/>
          </a:p>
        </p:txBody>
      </p:sp>
    </p:spTree>
    <p:extLst>
      <p:ext uri="{BB962C8B-B14F-4D97-AF65-F5344CB8AC3E}">
        <p14:creationId xmlns:p14="http://schemas.microsoft.com/office/powerpoint/2010/main" val="30157088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696690"/>
          </a:xfrm>
        </p:spPr>
        <p:txBody>
          <a:bodyPr/>
          <a:lstStyle/>
          <a:p>
            <a:pPr algn="r" rtl="1"/>
            <a:r>
              <a:rPr lang="ps-AF" b="1" dirty="0">
                <a:latin typeface="Bahij Nazanin" panose="02040503050201020203" pitchFamily="18" charset="-78"/>
                <a:cs typeface="Bahij Nazanin" panose="02040503050201020203" pitchFamily="18" charset="-78"/>
              </a:rPr>
              <a:t>ادامه...</a:t>
            </a:r>
            <a:endParaRPr lang="en-US" b="1" dirty="0">
              <a:latin typeface="Bahij Nazanin" panose="02040503050201020203" pitchFamily="18" charset="-78"/>
              <a:cs typeface="Bahij Nazanin" panose="02040503050201020203" pitchFamily="18" charset="-78"/>
            </a:endParaRPr>
          </a:p>
        </p:txBody>
      </p:sp>
      <p:sp>
        <p:nvSpPr>
          <p:cNvPr id="3" name="Content Placeholder 2"/>
          <p:cNvSpPr>
            <a:spLocks noGrp="1"/>
          </p:cNvSpPr>
          <p:nvPr>
            <p:ph idx="1"/>
          </p:nvPr>
        </p:nvSpPr>
        <p:spPr>
          <a:xfrm>
            <a:off x="2247900" y="1549400"/>
            <a:ext cx="9167812" cy="4368800"/>
          </a:xfrm>
        </p:spPr>
        <p:txBody>
          <a:bodyPr/>
          <a:lstStyle/>
          <a:p>
            <a:pPr marL="0" marR="0" algn="just" rtl="1">
              <a:lnSpc>
                <a:spcPct val="115000"/>
              </a:lnSpc>
              <a:spcBef>
                <a:spcPts val="0"/>
              </a:spcBef>
              <a:spcAft>
                <a:spcPts val="500"/>
              </a:spcAft>
            </a:pPr>
            <a:r>
              <a:rPr lang="ps-AF" sz="3200" dirty="0">
                <a:latin typeface="Bahij Nazanin" panose="02040503050201020203" pitchFamily="18" charset="-78"/>
                <a:ea typeface="Aptos" panose="020B0004020202020204" pitchFamily="34" charset="0"/>
                <a:cs typeface="Bahij Nazanin" panose="02040503050201020203" pitchFamily="18" charset="-78"/>
              </a:rPr>
              <a:t>د یوه بشپړ تېزس جوړښت په بېلابېلو علومو کې هم توپیر کوي.</a:t>
            </a:r>
            <a:endParaRPr lang="en-US" sz="3200" dirty="0">
              <a:latin typeface="Bahij Nazanin" panose="02040503050201020203" pitchFamily="18" charset="-78"/>
              <a:ea typeface="Aptos" panose="020B0004020202020204" pitchFamily="34" charset="0"/>
              <a:cs typeface="Bahij Nazanin" panose="02040503050201020203" pitchFamily="18" charset="-78"/>
            </a:endParaRPr>
          </a:p>
          <a:p>
            <a:pPr marL="0" marR="0" algn="just" rtl="1">
              <a:lnSpc>
                <a:spcPct val="115000"/>
              </a:lnSpc>
              <a:spcBef>
                <a:spcPts val="0"/>
              </a:spcBef>
              <a:spcAft>
                <a:spcPts val="500"/>
              </a:spcAft>
            </a:pPr>
            <a:r>
              <a:rPr lang="ps-AF" sz="3200" dirty="0">
                <a:latin typeface="Bahij Nazanin" panose="02040503050201020203" pitchFamily="18" charset="-78"/>
                <a:ea typeface="Aptos" panose="020B0004020202020204" pitchFamily="34" charset="0"/>
                <a:cs typeface="Bahij Nazanin" panose="02040503050201020203" pitchFamily="18" charset="-78"/>
              </a:rPr>
              <a:t>اکاډمیک مرکزونه هم خپل خپل جوړښتونه لري. </a:t>
            </a:r>
            <a:endParaRPr lang="en-US" sz="3200" dirty="0">
              <a:latin typeface="Bahij Nazanin" panose="02040503050201020203" pitchFamily="18" charset="-78"/>
              <a:ea typeface="Aptos" panose="020B0004020202020204" pitchFamily="34" charset="0"/>
              <a:cs typeface="Bahij Nazanin" panose="02040503050201020203" pitchFamily="18" charset="-78"/>
            </a:endParaRPr>
          </a:p>
          <a:p>
            <a:pPr marL="0" marR="0" algn="just" rtl="1">
              <a:lnSpc>
                <a:spcPct val="115000"/>
              </a:lnSpc>
              <a:spcBef>
                <a:spcPts val="0"/>
              </a:spcBef>
              <a:spcAft>
                <a:spcPts val="500"/>
              </a:spcAft>
            </a:pPr>
            <a:r>
              <a:rPr lang="ps-AF" sz="3200" dirty="0">
                <a:latin typeface="Bahij Nazanin" panose="02040503050201020203" pitchFamily="18" charset="-78"/>
                <a:ea typeface="Aptos" panose="020B0004020202020204" pitchFamily="34" charset="0"/>
                <a:cs typeface="Bahij Nazanin" panose="02040503050201020203" pitchFamily="18" charset="-78"/>
              </a:rPr>
              <a:t>په دې ډول موږ په کابل پوهنتون کې د تېزس په پای کې پایله او پایلیزه دوه متفاوت څېزونه لرو او همداسې مناقشه هم پکې راځي.‌ ډېری وخت په افغانستان کې دا جوړښتونه له نورو هېوادونو کاپي کېږي چې آن سمه تشریح یې هم نه کېږي. </a:t>
            </a:r>
            <a:endParaRPr lang="en-US" sz="3200" dirty="0">
              <a:latin typeface="Bahij Nazanin" panose="02040503050201020203" pitchFamily="18" charset="-78"/>
              <a:ea typeface="Aptos" panose="020B0004020202020204" pitchFamily="34" charset="0"/>
              <a:cs typeface="Bahij Nazanin" panose="02040503050201020203" pitchFamily="18" charset="-78"/>
            </a:endParaRPr>
          </a:p>
          <a:p>
            <a:endParaRPr lang="en-US" dirty="0"/>
          </a:p>
        </p:txBody>
      </p:sp>
    </p:spTree>
    <p:extLst>
      <p:ext uri="{BB962C8B-B14F-4D97-AF65-F5344CB8AC3E}">
        <p14:creationId xmlns:p14="http://schemas.microsoft.com/office/powerpoint/2010/main" val="10665598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89212" y="1841500"/>
            <a:ext cx="8915400" cy="3777622"/>
          </a:xfrm>
        </p:spPr>
        <p:txBody>
          <a:bodyPr/>
          <a:lstStyle/>
          <a:p>
            <a:pPr marL="0" marR="0" algn="just" rtl="1">
              <a:lnSpc>
                <a:spcPct val="115000"/>
              </a:lnSpc>
              <a:spcBef>
                <a:spcPts val="0"/>
              </a:spcBef>
              <a:spcAft>
                <a:spcPts val="500"/>
              </a:spcAft>
            </a:pPr>
            <a:r>
              <a:rPr lang="ps-AF" sz="3200" dirty="0">
                <a:latin typeface="Bahij Nazanin" panose="02040503050201020203" pitchFamily="18" charset="-78"/>
                <a:ea typeface="Aptos" panose="020B0004020202020204" pitchFamily="34" charset="0"/>
                <a:cs typeface="Bahij Nazanin" panose="02040503050201020203" pitchFamily="18" charset="-78"/>
              </a:rPr>
              <a:t>د لیکوالۍ یوه بڼه چې ډېره کارول کېږي، هغه ورځني یادښتونه دي. </a:t>
            </a:r>
            <a:endParaRPr lang="en-US" sz="3200" dirty="0">
              <a:latin typeface="Bahij Nazanin" panose="02040503050201020203" pitchFamily="18" charset="-78"/>
              <a:ea typeface="Aptos" panose="020B0004020202020204" pitchFamily="34" charset="0"/>
              <a:cs typeface="Bahij Nazanin" panose="02040503050201020203" pitchFamily="18" charset="-78"/>
            </a:endParaRPr>
          </a:p>
          <a:p>
            <a:pPr marL="0" marR="0" algn="just" rtl="1">
              <a:lnSpc>
                <a:spcPct val="115000"/>
              </a:lnSpc>
              <a:spcBef>
                <a:spcPts val="0"/>
              </a:spcBef>
              <a:spcAft>
                <a:spcPts val="500"/>
              </a:spcAft>
            </a:pPr>
            <a:r>
              <a:rPr lang="ps-AF" sz="3200" dirty="0">
                <a:latin typeface="Bahij Nazanin" panose="02040503050201020203" pitchFamily="18" charset="-78"/>
                <a:ea typeface="Aptos" panose="020B0004020202020204" pitchFamily="34" charset="0"/>
                <a:cs typeface="Bahij Nazanin" panose="02040503050201020203" pitchFamily="18" charset="-78"/>
              </a:rPr>
              <a:t>ځانګړی چوکاټ نه لري، خو معمولاً د یوې کیسې او کله د یوه داستان په بڼه لیکل کېږي.</a:t>
            </a:r>
            <a:endParaRPr lang="en-US" sz="3200" dirty="0">
              <a:latin typeface="Bahij Nazanin" panose="02040503050201020203" pitchFamily="18" charset="-78"/>
              <a:ea typeface="Aptos" panose="020B0004020202020204" pitchFamily="34" charset="0"/>
              <a:cs typeface="Bahij Nazanin" panose="02040503050201020203" pitchFamily="18" charset="-78"/>
            </a:endParaRPr>
          </a:p>
          <a:p>
            <a:pPr marL="0" marR="0" algn="just" rtl="1">
              <a:lnSpc>
                <a:spcPct val="115000"/>
              </a:lnSpc>
              <a:spcBef>
                <a:spcPts val="0"/>
              </a:spcBef>
              <a:spcAft>
                <a:spcPts val="500"/>
              </a:spcAft>
            </a:pPr>
            <a:r>
              <a:rPr lang="ps-AF" sz="3200" dirty="0">
                <a:latin typeface="Bahij Nazanin" panose="02040503050201020203" pitchFamily="18" charset="-78"/>
                <a:ea typeface="Aptos" panose="020B0004020202020204" pitchFamily="34" charset="0"/>
                <a:cs typeface="Bahij Nazanin" panose="02040503050201020203" pitchFamily="18" charset="-78"/>
              </a:rPr>
              <a:t>ورسره د تاریخ په شان وخت او نېټه معلوم وي. </a:t>
            </a:r>
            <a:endParaRPr lang="en-US" sz="3200" dirty="0">
              <a:latin typeface="Bahij Nazanin" panose="02040503050201020203" pitchFamily="18" charset="-78"/>
              <a:ea typeface="Aptos" panose="020B0004020202020204" pitchFamily="34" charset="0"/>
              <a:cs typeface="Bahij Nazanin" panose="02040503050201020203" pitchFamily="18" charset="-78"/>
            </a:endParaRPr>
          </a:p>
          <a:p>
            <a:pPr marL="0" marR="0" algn="just" rtl="1">
              <a:lnSpc>
                <a:spcPct val="115000"/>
              </a:lnSpc>
              <a:spcBef>
                <a:spcPts val="0"/>
              </a:spcBef>
              <a:spcAft>
                <a:spcPts val="500"/>
              </a:spcAft>
            </a:pPr>
            <a:r>
              <a:rPr lang="ps-AF" sz="3200" dirty="0">
                <a:latin typeface="Bahij Nazanin" panose="02040503050201020203" pitchFamily="18" charset="-78"/>
                <a:ea typeface="Aptos" panose="020B0004020202020204" pitchFamily="34" charset="0"/>
                <a:cs typeface="Bahij Nazanin" panose="02040503050201020203" pitchFamily="18" charset="-78"/>
              </a:rPr>
              <a:t>د یادښتونو پر مهال موږ کال، میاشت، ورځ او ساعت هم لیکو. </a:t>
            </a:r>
            <a:endParaRPr lang="en-US" sz="3200" dirty="0">
              <a:latin typeface="Bahij Nazanin" panose="02040503050201020203" pitchFamily="18" charset="-78"/>
              <a:ea typeface="Aptos" panose="020B0004020202020204" pitchFamily="34" charset="0"/>
              <a:cs typeface="Bahij Nazanin" panose="02040503050201020203" pitchFamily="18" charset="-78"/>
            </a:endParaRPr>
          </a:p>
          <a:p>
            <a:endParaRPr lang="en-US" dirty="0"/>
          </a:p>
        </p:txBody>
      </p:sp>
      <p:sp>
        <p:nvSpPr>
          <p:cNvPr id="4" name="Title 1"/>
          <p:cNvSpPr>
            <a:spLocks noGrp="1"/>
          </p:cNvSpPr>
          <p:nvPr>
            <p:ph type="title"/>
          </p:nvPr>
        </p:nvSpPr>
        <p:spPr>
          <a:xfrm>
            <a:off x="2592925" y="624110"/>
            <a:ext cx="8911687" cy="758123"/>
          </a:xfrm>
        </p:spPr>
        <p:style>
          <a:lnRef idx="1">
            <a:schemeClr val="accent2"/>
          </a:lnRef>
          <a:fillRef idx="2">
            <a:schemeClr val="accent2"/>
          </a:fillRef>
          <a:effectRef idx="1">
            <a:schemeClr val="accent2"/>
          </a:effectRef>
          <a:fontRef idx="minor">
            <a:schemeClr val="dk1"/>
          </a:fontRef>
        </p:style>
        <p:txBody>
          <a:bodyPr>
            <a:noAutofit/>
          </a:bodyPr>
          <a:lstStyle/>
          <a:p>
            <a:pPr algn="ctr" rtl="1"/>
            <a:r>
              <a:rPr lang="ps-AF" sz="4000" b="1" dirty="0">
                <a:solidFill>
                  <a:schemeClr val="tx1"/>
                </a:solidFill>
                <a:latin typeface="Aptos Display" panose="020B0004020202020204" pitchFamily="34" charset="0"/>
                <a:ea typeface="Times New Roman" panose="02020603050405020304" pitchFamily="18" charset="0"/>
                <a:cs typeface="Bahij Nazanin" panose="02040503050201020203" pitchFamily="18" charset="-78"/>
              </a:rPr>
              <a:t>ورځني یادښتونه</a:t>
            </a:r>
            <a:br>
              <a:rPr lang="en-US" sz="4000" dirty="0">
                <a:solidFill>
                  <a:schemeClr val="tx1"/>
                </a:solidFill>
                <a:latin typeface="Bahij Badr" panose="02040503050201020203" pitchFamily="18" charset="-78"/>
                <a:cs typeface="Bahij Badr" panose="02040503050201020203" pitchFamily="18" charset="-78"/>
              </a:rPr>
            </a:br>
            <a:endParaRPr lang="en-US" sz="4000" dirty="0">
              <a:solidFill>
                <a:schemeClr val="tx1"/>
              </a:solidFill>
              <a:latin typeface="Bahij Badr" panose="02040503050201020203" pitchFamily="18" charset="-78"/>
              <a:cs typeface="Bahij Badr" panose="02040503050201020203" pitchFamily="18" charset="-78"/>
            </a:endParaRPr>
          </a:p>
        </p:txBody>
      </p:sp>
    </p:spTree>
    <p:extLst>
      <p:ext uri="{BB962C8B-B14F-4D97-AF65-F5344CB8AC3E}">
        <p14:creationId xmlns:p14="http://schemas.microsoft.com/office/powerpoint/2010/main" val="13309828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671290"/>
          </a:xfrm>
        </p:spPr>
        <p:txBody>
          <a:bodyPr/>
          <a:lstStyle/>
          <a:p>
            <a:pPr algn="r" rtl="1"/>
            <a:r>
              <a:rPr lang="ps-AF" b="1" dirty="0">
                <a:latin typeface="Bahij Nazanin" panose="02040503050201020203" pitchFamily="18" charset="-78"/>
                <a:cs typeface="Bahij Nazanin" panose="02040503050201020203" pitchFamily="18" charset="-78"/>
              </a:rPr>
              <a:t>ادامه...</a:t>
            </a:r>
            <a:endParaRPr lang="en-US" b="1" dirty="0">
              <a:latin typeface="Bahij Nazanin" panose="02040503050201020203" pitchFamily="18" charset="-78"/>
              <a:cs typeface="Bahij Nazanin" panose="02040503050201020203" pitchFamily="18" charset="-78"/>
            </a:endParaRPr>
          </a:p>
        </p:txBody>
      </p:sp>
      <p:sp>
        <p:nvSpPr>
          <p:cNvPr id="3" name="Content Placeholder 2"/>
          <p:cNvSpPr>
            <a:spLocks noGrp="1"/>
          </p:cNvSpPr>
          <p:nvPr>
            <p:ph idx="1"/>
          </p:nvPr>
        </p:nvSpPr>
        <p:spPr>
          <a:xfrm>
            <a:off x="2500312" y="1447800"/>
            <a:ext cx="8915400" cy="3777622"/>
          </a:xfrm>
        </p:spPr>
        <p:txBody>
          <a:bodyPr>
            <a:normAutofit lnSpcReduction="10000"/>
          </a:bodyPr>
          <a:lstStyle/>
          <a:p>
            <a:pPr marL="0" marR="0" algn="just" rtl="1">
              <a:lnSpc>
                <a:spcPct val="115000"/>
              </a:lnSpc>
              <a:spcBef>
                <a:spcPts val="0"/>
              </a:spcBef>
              <a:spcAft>
                <a:spcPts val="500"/>
              </a:spcAft>
            </a:pPr>
            <a:r>
              <a:rPr lang="ps-AF" sz="2800" dirty="0">
                <a:latin typeface="Bahij Nazanin" panose="02040503050201020203" pitchFamily="18" charset="-78"/>
                <a:ea typeface="Aptos" panose="020B0004020202020204" pitchFamily="34" charset="0"/>
                <a:cs typeface="Bahij Nazanin" panose="02040503050201020203" pitchFamily="18" charset="-78"/>
              </a:rPr>
              <a:t>یادښت لیکل په واقعیت کې د ژوند د مهمو شېبو تاریخ لیکل دي.</a:t>
            </a:r>
            <a:endParaRPr lang="en-US" sz="2800" dirty="0">
              <a:latin typeface="Bahij Nazanin" panose="02040503050201020203" pitchFamily="18" charset="-78"/>
              <a:ea typeface="Aptos" panose="020B0004020202020204" pitchFamily="34" charset="0"/>
              <a:cs typeface="Bahij Nazanin" panose="02040503050201020203" pitchFamily="18" charset="-78"/>
            </a:endParaRPr>
          </a:p>
          <a:p>
            <a:pPr marL="0" marR="0" algn="just" rtl="1">
              <a:lnSpc>
                <a:spcPct val="115000"/>
              </a:lnSpc>
              <a:spcBef>
                <a:spcPts val="0"/>
              </a:spcBef>
              <a:spcAft>
                <a:spcPts val="500"/>
              </a:spcAft>
            </a:pPr>
            <a:r>
              <a:rPr lang="ps-AF" sz="2800" dirty="0">
                <a:latin typeface="Bahij Nazanin" panose="02040503050201020203" pitchFamily="18" charset="-78"/>
                <a:ea typeface="Aptos" panose="020B0004020202020204" pitchFamily="34" charset="0"/>
                <a:cs typeface="Bahij Nazanin" panose="02040503050201020203" pitchFamily="18" charset="-78"/>
              </a:rPr>
              <a:t>وروسته بیا د لیکوال د نورو لیکنو لپاره خام مواد برابروي.‌</a:t>
            </a:r>
            <a:endParaRPr lang="en-US" sz="2800" dirty="0">
              <a:latin typeface="Bahij Nazanin" panose="02040503050201020203" pitchFamily="18" charset="-78"/>
              <a:ea typeface="Aptos" panose="020B0004020202020204" pitchFamily="34" charset="0"/>
              <a:cs typeface="Bahij Nazanin" panose="02040503050201020203" pitchFamily="18" charset="-78"/>
            </a:endParaRPr>
          </a:p>
          <a:p>
            <a:pPr marL="0" marR="0" algn="just" rtl="1">
              <a:lnSpc>
                <a:spcPct val="115000"/>
              </a:lnSpc>
              <a:spcBef>
                <a:spcPts val="0"/>
              </a:spcBef>
              <a:spcAft>
                <a:spcPts val="500"/>
              </a:spcAft>
            </a:pPr>
            <a:r>
              <a:rPr lang="ps-AF" sz="2800" dirty="0">
                <a:latin typeface="Bahij Nazanin" panose="02040503050201020203" pitchFamily="18" charset="-78"/>
                <a:ea typeface="Aptos" panose="020B0004020202020204" pitchFamily="34" charset="0"/>
                <a:cs typeface="Bahij Nazanin" panose="02040503050201020203" pitchFamily="18" charset="-78"/>
              </a:rPr>
              <a:t>د مشهورو سیاستوالو او یا په نورو برخو کې د وتلو کسانو  یادښتونه تاریخي ارزښت لري.</a:t>
            </a:r>
            <a:endParaRPr lang="en-US" sz="2800" dirty="0">
              <a:latin typeface="Bahij Nazanin" panose="02040503050201020203" pitchFamily="18" charset="-78"/>
              <a:ea typeface="Aptos" panose="020B0004020202020204" pitchFamily="34" charset="0"/>
              <a:cs typeface="Bahij Nazanin" panose="02040503050201020203" pitchFamily="18" charset="-78"/>
            </a:endParaRPr>
          </a:p>
          <a:p>
            <a:pPr marL="0" marR="0" algn="just" rtl="1">
              <a:lnSpc>
                <a:spcPct val="115000"/>
              </a:lnSpc>
              <a:spcBef>
                <a:spcPts val="0"/>
              </a:spcBef>
              <a:spcAft>
                <a:spcPts val="500"/>
              </a:spcAft>
            </a:pPr>
            <a:r>
              <a:rPr lang="ps-AF" sz="2800" dirty="0">
                <a:latin typeface="Bahij Nazanin" panose="02040503050201020203" pitchFamily="18" charset="-78"/>
                <a:ea typeface="Aptos" panose="020B0004020202020204" pitchFamily="34" charset="0"/>
                <a:cs typeface="Bahij Nazanin" panose="02040503050201020203" pitchFamily="18" charset="-78"/>
              </a:rPr>
              <a:t>له یادښت لیکلو ډېر وخت انسانان د دې لپاره کار اخلي چې خپل تېر او راتلونکي سره پرتله کړي،.</a:t>
            </a:r>
            <a:endParaRPr lang="en-US" sz="2800" dirty="0">
              <a:latin typeface="Bahij Nazanin" panose="02040503050201020203" pitchFamily="18" charset="-78"/>
              <a:ea typeface="Aptos" panose="020B0004020202020204" pitchFamily="34" charset="0"/>
              <a:cs typeface="Bahij Nazanin" panose="02040503050201020203" pitchFamily="18" charset="-78"/>
            </a:endParaRPr>
          </a:p>
          <a:p>
            <a:pPr marL="0" marR="0" algn="just" rtl="1">
              <a:lnSpc>
                <a:spcPct val="115000"/>
              </a:lnSpc>
              <a:spcBef>
                <a:spcPts val="0"/>
              </a:spcBef>
              <a:spcAft>
                <a:spcPts val="500"/>
              </a:spcAft>
            </a:pPr>
            <a:r>
              <a:rPr lang="ps-AF" sz="2800" dirty="0">
                <a:latin typeface="Bahij Nazanin" panose="02040503050201020203" pitchFamily="18" charset="-78"/>
                <a:ea typeface="Aptos" panose="020B0004020202020204" pitchFamily="34" charset="0"/>
                <a:cs typeface="Bahij Nazanin" panose="02040503050201020203" pitchFamily="18" charset="-78"/>
              </a:rPr>
              <a:t>د یادښتونو ځانګړې کتابچې ( کال، میاشت، ورځ)</a:t>
            </a:r>
            <a:endParaRPr lang="en-US" sz="2800" dirty="0">
              <a:latin typeface="Bahij Nazanin" panose="02040503050201020203" pitchFamily="18" charset="-78"/>
              <a:ea typeface="Aptos" panose="020B0004020202020204" pitchFamily="34" charset="0"/>
              <a:cs typeface="Bahij Nazanin" panose="02040503050201020203" pitchFamily="18" charset="-78"/>
            </a:endParaRPr>
          </a:p>
          <a:p>
            <a:endParaRPr lang="en-US" dirty="0"/>
          </a:p>
        </p:txBody>
      </p:sp>
    </p:spTree>
    <p:extLst>
      <p:ext uri="{BB962C8B-B14F-4D97-AF65-F5344CB8AC3E}">
        <p14:creationId xmlns:p14="http://schemas.microsoft.com/office/powerpoint/2010/main" val="12629582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89212" y="1765300"/>
            <a:ext cx="8915400" cy="3777622"/>
          </a:xfrm>
        </p:spPr>
        <p:txBody>
          <a:bodyPr>
            <a:normAutofit lnSpcReduction="10000"/>
          </a:bodyPr>
          <a:lstStyle/>
          <a:p>
            <a:pPr marL="0" marR="0" indent="0" algn="just" rtl="1">
              <a:lnSpc>
                <a:spcPct val="115000"/>
              </a:lnSpc>
              <a:spcBef>
                <a:spcPts val="0"/>
              </a:spcBef>
              <a:spcAft>
                <a:spcPts val="500"/>
              </a:spcAft>
              <a:buNone/>
            </a:pPr>
            <a:r>
              <a:rPr lang="ps-AF" sz="2800" dirty="0">
                <a:latin typeface="Bahij Nazanin" panose="02040503050201020203" pitchFamily="18" charset="-78"/>
                <a:ea typeface="Aptos" panose="020B0004020202020204" pitchFamily="34" charset="0"/>
                <a:cs typeface="Bahij Nazanin" panose="02040503050201020203" pitchFamily="18" charset="-78"/>
              </a:rPr>
              <a:t>استاد اشراقي یادښتونه پینځه ډوله ګڼي:</a:t>
            </a:r>
            <a:endParaRPr lang="en-US" sz="2800" dirty="0">
              <a:latin typeface="Bahij Nazanin" panose="02040503050201020203" pitchFamily="18" charset="-78"/>
              <a:ea typeface="Aptos" panose="020B0004020202020204" pitchFamily="34" charset="0"/>
              <a:cs typeface="Bahij Nazanin" panose="02040503050201020203" pitchFamily="18" charset="-78"/>
            </a:endParaRPr>
          </a:p>
          <a:p>
            <a:pPr marL="0" marR="0" algn="just" rtl="1">
              <a:lnSpc>
                <a:spcPct val="115000"/>
              </a:lnSpc>
              <a:spcBef>
                <a:spcPts val="0"/>
              </a:spcBef>
              <a:spcAft>
                <a:spcPts val="500"/>
              </a:spcAft>
            </a:pPr>
            <a:r>
              <a:rPr lang="ps-AF" sz="2800" dirty="0">
                <a:latin typeface="Bahij Nazanin" panose="02040503050201020203" pitchFamily="18" charset="-78"/>
                <a:ea typeface="Aptos" panose="020B0004020202020204" pitchFamily="34" charset="0"/>
                <a:cs typeface="Bahij Nazanin" panose="02040503050201020203" pitchFamily="18" charset="-78"/>
              </a:rPr>
              <a:t>چې د ورځې ټولې پېښې پکې یو په بل پسې راځي.</a:t>
            </a:r>
            <a:endParaRPr lang="en-US" sz="2800" dirty="0">
              <a:latin typeface="Bahij Nazanin" panose="02040503050201020203" pitchFamily="18" charset="-78"/>
              <a:ea typeface="Aptos" panose="020B0004020202020204" pitchFamily="34" charset="0"/>
              <a:cs typeface="Bahij Nazanin" panose="02040503050201020203" pitchFamily="18" charset="-78"/>
            </a:endParaRPr>
          </a:p>
          <a:p>
            <a:pPr marL="0" marR="0" algn="just" rtl="1">
              <a:lnSpc>
                <a:spcPct val="115000"/>
              </a:lnSpc>
              <a:spcBef>
                <a:spcPts val="0"/>
              </a:spcBef>
              <a:spcAft>
                <a:spcPts val="500"/>
              </a:spcAft>
            </a:pPr>
            <a:r>
              <a:rPr lang="ps-AF" sz="2800" dirty="0">
                <a:latin typeface="Bahij Nazanin" panose="02040503050201020203" pitchFamily="18" charset="-78"/>
                <a:ea typeface="Aptos" panose="020B0004020202020204" pitchFamily="34" charset="0"/>
                <a:cs typeface="Bahij Nazanin" panose="02040503050201020203" pitchFamily="18" charset="-78"/>
              </a:rPr>
              <a:t> هغه یادښتونه چې د ورځې دوې یا څو پېښې را نغاړي.‌ </a:t>
            </a:r>
            <a:endParaRPr lang="en-US" sz="2800" dirty="0">
              <a:latin typeface="Bahij Nazanin" panose="02040503050201020203" pitchFamily="18" charset="-78"/>
              <a:ea typeface="Aptos" panose="020B0004020202020204" pitchFamily="34" charset="0"/>
              <a:cs typeface="Bahij Nazanin" panose="02040503050201020203" pitchFamily="18" charset="-78"/>
            </a:endParaRPr>
          </a:p>
          <a:p>
            <a:pPr marL="0" marR="0" algn="just" rtl="1">
              <a:lnSpc>
                <a:spcPct val="115000"/>
              </a:lnSpc>
              <a:spcBef>
                <a:spcPts val="0"/>
              </a:spcBef>
              <a:spcAft>
                <a:spcPts val="500"/>
              </a:spcAft>
            </a:pPr>
            <a:r>
              <a:rPr lang="ps-AF" sz="2800" dirty="0">
                <a:latin typeface="Bahij Nazanin" panose="02040503050201020203" pitchFamily="18" charset="-78"/>
                <a:ea typeface="Aptos" panose="020B0004020202020204" pitchFamily="34" charset="0"/>
                <a:cs typeface="Bahij Nazanin" panose="02040503050201020203" pitchFamily="18" charset="-78"/>
              </a:rPr>
              <a:t> هغه یادښتونه چې یوه پېښه پکې یادېږي.</a:t>
            </a:r>
            <a:endParaRPr lang="en-US" sz="2800" dirty="0">
              <a:latin typeface="Bahij Nazanin" panose="02040503050201020203" pitchFamily="18" charset="-78"/>
              <a:ea typeface="Aptos" panose="020B0004020202020204" pitchFamily="34" charset="0"/>
              <a:cs typeface="Bahij Nazanin" panose="02040503050201020203" pitchFamily="18" charset="-78"/>
            </a:endParaRPr>
          </a:p>
          <a:p>
            <a:pPr marL="0" marR="0" algn="just" rtl="1">
              <a:lnSpc>
                <a:spcPct val="115000"/>
              </a:lnSpc>
              <a:spcBef>
                <a:spcPts val="0"/>
              </a:spcBef>
              <a:spcAft>
                <a:spcPts val="500"/>
              </a:spcAft>
            </a:pPr>
            <a:r>
              <a:rPr lang="ps-AF" sz="2800" dirty="0">
                <a:latin typeface="Bahij Nazanin" panose="02040503050201020203" pitchFamily="18" charset="-78"/>
                <a:ea typeface="Aptos" panose="020B0004020202020204" pitchFamily="34" charset="0"/>
                <a:cs typeface="Bahij Nazanin" panose="02040503050201020203" pitchFamily="18" charset="-78"/>
              </a:rPr>
              <a:t>‌کله هم ښايي په همدې ورځ یوه تېره پېښه در یاده شي او پکې ویې لیکئ.</a:t>
            </a:r>
            <a:endParaRPr lang="en-US" sz="2800" dirty="0">
              <a:latin typeface="Bahij Nazanin" panose="02040503050201020203" pitchFamily="18" charset="-78"/>
              <a:ea typeface="Aptos" panose="020B0004020202020204" pitchFamily="34" charset="0"/>
              <a:cs typeface="Bahij Nazanin" panose="02040503050201020203" pitchFamily="18" charset="-78"/>
            </a:endParaRPr>
          </a:p>
          <a:p>
            <a:pPr marL="0" marR="0" algn="just" rtl="1">
              <a:lnSpc>
                <a:spcPct val="115000"/>
              </a:lnSpc>
              <a:spcBef>
                <a:spcPts val="0"/>
              </a:spcBef>
              <a:spcAft>
                <a:spcPts val="500"/>
              </a:spcAft>
            </a:pPr>
            <a:r>
              <a:rPr lang="ps-AF" sz="2800" dirty="0">
                <a:latin typeface="Bahij Nazanin" panose="02040503050201020203" pitchFamily="18" charset="-78"/>
                <a:ea typeface="Aptos" panose="020B0004020202020204" pitchFamily="34" charset="0"/>
                <a:cs typeface="Bahij Nazanin" panose="02040503050201020203" pitchFamily="18" charset="-78"/>
              </a:rPr>
              <a:t> نن مو څه لوستي، څه لیدلي او اورېدلي، چې زموږ ټوله ورځ یې تر اغېز لاندې راوستلې ده.</a:t>
            </a:r>
            <a:endParaRPr lang="en-US" sz="2800" dirty="0">
              <a:latin typeface="Bahij Nazanin" panose="02040503050201020203" pitchFamily="18" charset="-78"/>
              <a:ea typeface="Aptos" panose="020B0004020202020204" pitchFamily="34" charset="0"/>
              <a:cs typeface="Bahij Nazanin" panose="02040503050201020203" pitchFamily="18" charset="-78"/>
            </a:endParaRPr>
          </a:p>
          <a:p>
            <a:endParaRPr lang="en-US" dirty="0"/>
          </a:p>
        </p:txBody>
      </p:sp>
      <p:sp>
        <p:nvSpPr>
          <p:cNvPr id="4" name="Title 1"/>
          <p:cNvSpPr>
            <a:spLocks noGrp="1"/>
          </p:cNvSpPr>
          <p:nvPr>
            <p:ph type="title"/>
          </p:nvPr>
        </p:nvSpPr>
        <p:spPr>
          <a:xfrm>
            <a:off x="2592925" y="624110"/>
            <a:ext cx="8911687" cy="694327"/>
          </a:xfrm>
        </p:spPr>
        <p:style>
          <a:lnRef idx="1">
            <a:schemeClr val="accent2"/>
          </a:lnRef>
          <a:fillRef idx="2">
            <a:schemeClr val="accent2"/>
          </a:fillRef>
          <a:effectRef idx="1">
            <a:schemeClr val="accent2"/>
          </a:effectRef>
          <a:fontRef idx="minor">
            <a:schemeClr val="dk1"/>
          </a:fontRef>
        </p:style>
        <p:txBody>
          <a:bodyPr>
            <a:noAutofit/>
          </a:bodyPr>
          <a:lstStyle/>
          <a:p>
            <a:pPr algn="ctr" rtl="1"/>
            <a:r>
              <a:rPr lang="ps-AF" sz="4000" b="1" dirty="0">
                <a:solidFill>
                  <a:schemeClr val="tx1"/>
                </a:solidFill>
                <a:latin typeface="Aptos Display" panose="020B0004020202020204" pitchFamily="34" charset="0"/>
                <a:cs typeface="Bahij Nazanin" panose="02040503050201020203" pitchFamily="18" charset="-78"/>
              </a:rPr>
              <a:t>د یادښتونو ډولونه</a:t>
            </a:r>
            <a:br>
              <a:rPr lang="en-US" sz="4000" dirty="0">
                <a:solidFill>
                  <a:schemeClr val="tx1"/>
                </a:solidFill>
                <a:latin typeface="Bahij Badr" panose="02040503050201020203" pitchFamily="18" charset="-78"/>
                <a:cs typeface="Bahij Badr" panose="02040503050201020203" pitchFamily="18" charset="-78"/>
              </a:rPr>
            </a:br>
            <a:endParaRPr lang="en-US" sz="4000" dirty="0">
              <a:solidFill>
                <a:schemeClr val="tx1"/>
              </a:solidFill>
              <a:latin typeface="Bahij Badr" panose="02040503050201020203" pitchFamily="18" charset="-78"/>
              <a:cs typeface="Bahij Badr" panose="02040503050201020203" pitchFamily="18" charset="-78"/>
            </a:endParaRPr>
          </a:p>
        </p:txBody>
      </p:sp>
    </p:spTree>
    <p:extLst>
      <p:ext uri="{BB962C8B-B14F-4D97-AF65-F5344CB8AC3E}">
        <p14:creationId xmlns:p14="http://schemas.microsoft.com/office/powerpoint/2010/main" val="33236490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798290"/>
          </a:xfrm>
        </p:spPr>
        <p:txBody>
          <a:bodyPr/>
          <a:lstStyle/>
          <a:p>
            <a:pPr algn="r" rtl="1"/>
            <a:r>
              <a:rPr lang="ps-AF" b="1" dirty="0">
                <a:latin typeface="Bahij Nazanin" panose="02040503050201020203" pitchFamily="18" charset="-78"/>
                <a:cs typeface="Bahij Nazanin" panose="02040503050201020203" pitchFamily="18" charset="-78"/>
              </a:rPr>
              <a:t>ادامه...</a:t>
            </a:r>
            <a:endParaRPr lang="en-US" b="1" dirty="0">
              <a:latin typeface="Bahij Nazanin" panose="02040503050201020203" pitchFamily="18" charset="-78"/>
              <a:cs typeface="Bahij Nazanin" panose="02040503050201020203" pitchFamily="18" charset="-78"/>
            </a:endParaRPr>
          </a:p>
        </p:txBody>
      </p:sp>
      <p:sp>
        <p:nvSpPr>
          <p:cNvPr id="3" name="Content Placeholder 2"/>
          <p:cNvSpPr>
            <a:spLocks noGrp="1"/>
          </p:cNvSpPr>
          <p:nvPr>
            <p:ph idx="1"/>
          </p:nvPr>
        </p:nvSpPr>
        <p:spPr>
          <a:xfrm>
            <a:off x="2589212" y="1422400"/>
            <a:ext cx="8915400" cy="4368800"/>
          </a:xfrm>
        </p:spPr>
        <p:txBody>
          <a:bodyPr>
            <a:normAutofit/>
          </a:bodyPr>
          <a:lstStyle/>
          <a:p>
            <a:pPr marL="0" marR="0" algn="just" rtl="1">
              <a:lnSpc>
                <a:spcPct val="115000"/>
              </a:lnSpc>
              <a:spcBef>
                <a:spcPts val="0"/>
              </a:spcBef>
              <a:spcAft>
                <a:spcPts val="500"/>
              </a:spcAft>
            </a:pPr>
            <a:r>
              <a:rPr lang="ps-AF" sz="2800" dirty="0">
                <a:latin typeface="Bahij Nazanin" panose="02040503050201020203" pitchFamily="18" charset="-78"/>
                <a:ea typeface="Aptos" panose="020B0004020202020204" pitchFamily="34" charset="0"/>
                <a:cs typeface="Bahij Nazanin" panose="02040503050201020203" pitchFamily="18" charset="-78"/>
              </a:rPr>
              <a:t>په ورځنیو یادښتونو کې صمیمي اوسئ، په مینه یې ولیکئ.</a:t>
            </a:r>
            <a:endParaRPr lang="en-US" sz="2800" dirty="0">
              <a:latin typeface="Bahij Nazanin" panose="02040503050201020203" pitchFamily="18" charset="-78"/>
              <a:ea typeface="Aptos" panose="020B0004020202020204" pitchFamily="34" charset="0"/>
              <a:cs typeface="Bahij Nazanin" panose="02040503050201020203" pitchFamily="18" charset="-78"/>
            </a:endParaRPr>
          </a:p>
          <a:p>
            <a:pPr marL="0" marR="0" algn="just" rtl="1">
              <a:lnSpc>
                <a:spcPct val="115000"/>
              </a:lnSpc>
              <a:spcBef>
                <a:spcPts val="0"/>
              </a:spcBef>
              <a:spcAft>
                <a:spcPts val="500"/>
              </a:spcAft>
            </a:pPr>
            <a:r>
              <a:rPr lang="ps-AF" sz="2800" dirty="0">
                <a:latin typeface="Bahij Nazanin" panose="02040503050201020203" pitchFamily="18" charset="-78"/>
                <a:ea typeface="Aptos" panose="020B0004020202020204" pitchFamily="34" charset="0"/>
                <a:cs typeface="Bahij Nazanin" panose="02040503050201020203" pitchFamily="18" charset="-78"/>
              </a:rPr>
              <a:t> د ورځې په اوږدو کې یو وخت وټاکئ، په همغه وخت کې لیکل وکړئ.</a:t>
            </a:r>
            <a:endParaRPr lang="en-US" sz="2800" dirty="0">
              <a:latin typeface="Bahij Nazanin" panose="02040503050201020203" pitchFamily="18" charset="-78"/>
              <a:ea typeface="Aptos" panose="020B0004020202020204" pitchFamily="34" charset="0"/>
              <a:cs typeface="Bahij Nazanin" panose="02040503050201020203" pitchFamily="18" charset="-78"/>
            </a:endParaRPr>
          </a:p>
          <a:p>
            <a:pPr marL="0" marR="0" algn="just" rtl="1">
              <a:lnSpc>
                <a:spcPct val="115000"/>
              </a:lnSpc>
              <a:spcBef>
                <a:spcPts val="0"/>
              </a:spcBef>
              <a:spcAft>
                <a:spcPts val="500"/>
              </a:spcAft>
            </a:pPr>
            <a:r>
              <a:rPr lang="ps-AF" sz="2800" dirty="0">
                <a:latin typeface="Bahij Nazanin" panose="02040503050201020203" pitchFamily="18" charset="-78"/>
                <a:ea typeface="Aptos" panose="020B0004020202020204" pitchFamily="34" charset="0"/>
                <a:cs typeface="Bahij Nazanin" panose="02040503050201020203" pitchFamily="18" charset="-78"/>
              </a:rPr>
              <a:t> هره ورځ لیکل وکړئ، آن که نن څه نه لرئ، په دې اړه لیکل وکړئ چې ولې یې نه لرئ.‌ </a:t>
            </a:r>
            <a:endParaRPr lang="en-US" sz="2800" dirty="0">
              <a:latin typeface="Bahij Nazanin" panose="02040503050201020203" pitchFamily="18" charset="-78"/>
              <a:ea typeface="Aptos" panose="020B0004020202020204" pitchFamily="34" charset="0"/>
              <a:cs typeface="Bahij Nazanin" panose="02040503050201020203" pitchFamily="18" charset="-78"/>
            </a:endParaRPr>
          </a:p>
          <a:p>
            <a:pPr marL="0" marR="0" algn="just" rtl="1">
              <a:lnSpc>
                <a:spcPct val="115000"/>
              </a:lnSpc>
              <a:spcBef>
                <a:spcPts val="0"/>
              </a:spcBef>
              <a:spcAft>
                <a:spcPts val="500"/>
              </a:spcAft>
            </a:pPr>
            <a:r>
              <a:rPr lang="ps-AF" sz="2800" dirty="0">
                <a:latin typeface="Bahij Nazanin" panose="02040503050201020203" pitchFamily="18" charset="-78"/>
                <a:ea typeface="Aptos" panose="020B0004020202020204" pitchFamily="34" charset="0"/>
                <a:cs typeface="Bahij Nazanin" panose="02040503050201020203" pitchFamily="18" charset="-78"/>
              </a:rPr>
              <a:t>هره ورځ یادښت لیکل به له تاسې سره مرسته وکړي چې لیکوالي مو پیاوړي شي، لیکلو ته حوصله ‌پیدا کړئ او ورځ تر بلې پرمختګ وکړئ. </a:t>
            </a:r>
            <a:endParaRPr lang="en-US" sz="2800" dirty="0">
              <a:latin typeface="Bahij Nazanin" panose="02040503050201020203" pitchFamily="18" charset="-78"/>
              <a:ea typeface="Aptos" panose="020B0004020202020204" pitchFamily="34" charset="0"/>
              <a:cs typeface="Bahij Nazanin" panose="02040503050201020203" pitchFamily="18" charset="-78"/>
            </a:endParaRPr>
          </a:p>
          <a:p>
            <a:endParaRPr lang="en-US" dirty="0"/>
          </a:p>
        </p:txBody>
      </p:sp>
    </p:spTree>
    <p:extLst>
      <p:ext uri="{BB962C8B-B14F-4D97-AF65-F5344CB8AC3E}">
        <p14:creationId xmlns:p14="http://schemas.microsoft.com/office/powerpoint/2010/main" val="11549012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772890"/>
          </a:xfrm>
        </p:spPr>
        <p:txBody>
          <a:bodyPr/>
          <a:lstStyle/>
          <a:p>
            <a:pPr algn="r" rtl="1"/>
            <a:r>
              <a:rPr lang="ps-AF" b="1" dirty="0">
                <a:latin typeface="Bahij Nazanin" panose="02040503050201020203" pitchFamily="18" charset="-78"/>
                <a:cs typeface="Bahij Nazanin" panose="02040503050201020203" pitchFamily="18" charset="-78"/>
              </a:rPr>
              <a:t>ادامه...</a:t>
            </a:r>
            <a:endParaRPr lang="en-US" b="1" dirty="0">
              <a:latin typeface="Bahij Nazanin" panose="02040503050201020203" pitchFamily="18" charset="-78"/>
              <a:cs typeface="Bahij Nazanin" panose="02040503050201020203" pitchFamily="18" charset="-78"/>
            </a:endParaRPr>
          </a:p>
        </p:txBody>
      </p:sp>
      <p:sp>
        <p:nvSpPr>
          <p:cNvPr id="3" name="Content Placeholder 2"/>
          <p:cNvSpPr>
            <a:spLocks noGrp="1"/>
          </p:cNvSpPr>
          <p:nvPr>
            <p:ph idx="1"/>
          </p:nvPr>
        </p:nvSpPr>
        <p:spPr>
          <a:xfrm>
            <a:off x="2424112" y="1638300"/>
            <a:ext cx="8915400" cy="3777622"/>
          </a:xfrm>
        </p:spPr>
        <p:txBody>
          <a:bodyPr/>
          <a:lstStyle/>
          <a:p>
            <a:pPr marL="0" marR="0" algn="just" rtl="1">
              <a:lnSpc>
                <a:spcPct val="115000"/>
              </a:lnSpc>
              <a:spcBef>
                <a:spcPts val="0"/>
              </a:spcBef>
              <a:spcAft>
                <a:spcPts val="500"/>
              </a:spcAft>
            </a:pPr>
            <a:r>
              <a:rPr lang="ps-AF" sz="2800" dirty="0">
                <a:latin typeface="Bahij Nazanin" panose="02040503050201020203" pitchFamily="18" charset="-78"/>
                <a:ea typeface="Aptos" panose="020B0004020202020204" pitchFamily="34" charset="0"/>
                <a:cs typeface="Bahij Nazanin" panose="02040503050201020203" pitchFamily="18" charset="-78"/>
              </a:rPr>
              <a:t>په یادښت لیکلو کې به خپل پرمختګ خپله ووینئ چې څنګه مو لیکل ورځ تر بلې ښه شوي دي. </a:t>
            </a:r>
            <a:endParaRPr lang="en-US" sz="2800" dirty="0">
              <a:latin typeface="Bahij Nazanin" panose="02040503050201020203" pitchFamily="18" charset="-78"/>
              <a:ea typeface="Aptos" panose="020B0004020202020204" pitchFamily="34" charset="0"/>
              <a:cs typeface="Bahij Nazanin" panose="02040503050201020203" pitchFamily="18" charset="-78"/>
            </a:endParaRPr>
          </a:p>
          <a:p>
            <a:pPr marL="0" marR="0" algn="just" rtl="1">
              <a:lnSpc>
                <a:spcPct val="115000"/>
              </a:lnSpc>
              <a:spcBef>
                <a:spcPts val="0"/>
              </a:spcBef>
              <a:spcAft>
                <a:spcPts val="500"/>
              </a:spcAft>
            </a:pPr>
            <a:r>
              <a:rPr lang="ps-AF" sz="2800" dirty="0">
                <a:latin typeface="Bahij Nazanin" panose="02040503050201020203" pitchFamily="18" charset="-78"/>
                <a:ea typeface="Aptos" panose="020B0004020202020204" pitchFamily="34" charset="0"/>
                <a:cs typeface="Bahij Nazanin" panose="02040503050201020203" pitchFamily="18" charset="-78"/>
              </a:rPr>
              <a:t>د نړۍ ډېری مشهور کسان چې آن لیکوال هم نه دي خپل یادښتونه لیکي او خپروي.</a:t>
            </a:r>
            <a:endParaRPr lang="en-US" sz="2800" dirty="0">
              <a:latin typeface="Bahij Nazanin" panose="02040503050201020203" pitchFamily="18" charset="-78"/>
              <a:ea typeface="Aptos" panose="020B0004020202020204" pitchFamily="34" charset="0"/>
              <a:cs typeface="Bahij Nazanin" panose="02040503050201020203" pitchFamily="18" charset="-78"/>
            </a:endParaRPr>
          </a:p>
          <a:p>
            <a:pPr marL="0" marR="0" algn="just" rtl="1">
              <a:lnSpc>
                <a:spcPct val="115000"/>
              </a:lnSpc>
              <a:spcBef>
                <a:spcPts val="0"/>
              </a:spcBef>
              <a:spcAft>
                <a:spcPts val="500"/>
              </a:spcAft>
            </a:pPr>
            <a:r>
              <a:rPr lang="ps-AF" sz="2800" dirty="0">
                <a:latin typeface="Bahij Nazanin" panose="02040503050201020203" pitchFamily="18" charset="-78"/>
                <a:ea typeface="Aptos" panose="020B0004020202020204" pitchFamily="34" charset="0"/>
                <a:cs typeface="Bahij Nazanin" panose="02040503050201020203" pitchFamily="18" charset="-78"/>
              </a:rPr>
              <a:t>‌ له همدې یادښتونو بیا د لیکنو، لنډو کیسو، ناولونو او نورو کتابونو لیکلو ته سوژې موندلی شئ. </a:t>
            </a:r>
            <a:endParaRPr lang="en-US" sz="2800" dirty="0">
              <a:latin typeface="Bahij Nazanin" panose="02040503050201020203" pitchFamily="18" charset="-78"/>
              <a:ea typeface="Aptos" panose="020B0004020202020204" pitchFamily="34" charset="0"/>
              <a:cs typeface="Bahij Nazanin" panose="02040503050201020203" pitchFamily="18" charset="-78"/>
            </a:endParaRPr>
          </a:p>
          <a:p>
            <a:endParaRPr lang="en-US" dirty="0"/>
          </a:p>
        </p:txBody>
      </p:sp>
    </p:spTree>
    <p:extLst>
      <p:ext uri="{BB962C8B-B14F-4D97-AF65-F5344CB8AC3E}">
        <p14:creationId xmlns:p14="http://schemas.microsoft.com/office/powerpoint/2010/main" val="29738544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89212" y="1663700"/>
            <a:ext cx="8915400" cy="4838700"/>
          </a:xfrm>
        </p:spPr>
        <p:txBody>
          <a:bodyPr>
            <a:noAutofit/>
          </a:bodyPr>
          <a:lstStyle/>
          <a:p>
            <a:pPr marL="0" marR="0" algn="just" rtl="1">
              <a:lnSpc>
                <a:spcPct val="115000"/>
              </a:lnSpc>
              <a:spcBef>
                <a:spcPts val="0"/>
              </a:spcBef>
              <a:spcAft>
                <a:spcPts val="500"/>
              </a:spcAft>
            </a:pPr>
            <a:r>
              <a:rPr lang="ps-AF" sz="2800" dirty="0">
                <a:latin typeface="Bahij Nazanin" panose="02040503050201020203" pitchFamily="18" charset="-78"/>
                <a:ea typeface="Aptos" panose="020B0004020202020204" pitchFamily="34" charset="0"/>
                <a:cs typeface="Bahij Nazanin" panose="02040503050201020203" pitchFamily="18" charset="-78"/>
              </a:rPr>
              <a:t>خاطرې د ورځنیو پېښو، لیدنو، تجربو، خپلو احساساتو او افکارو په اړه لیکل کېږي.</a:t>
            </a:r>
            <a:endParaRPr lang="en-US" sz="2800" dirty="0">
              <a:latin typeface="Bahij Nazanin" panose="02040503050201020203" pitchFamily="18" charset="-78"/>
              <a:ea typeface="Aptos" panose="020B0004020202020204" pitchFamily="34" charset="0"/>
              <a:cs typeface="Bahij Nazanin" panose="02040503050201020203" pitchFamily="18" charset="-78"/>
            </a:endParaRPr>
          </a:p>
          <a:p>
            <a:pPr marL="0" marR="0" algn="just" rtl="1">
              <a:lnSpc>
                <a:spcPct val="115000"/>
              </a:lnSpc>
              <a:spcBef>
                <a:spcPts val="0"/>
              </a:spcBef>
              <a:spcAft>
                <a:spcPts val="500"/>
              </a:spcAft>
            </a:pPr>
            <a:r>
              <a:rPr lang="ps-AF" sz="2800" dirty="0">
                <a:latin typeface="Bahij Nazanin" panose="02040503050201020203" pitchFamily="18" charset="-78"/>
                <a:ea typeface="Aptos" panose="020B0004020202020204" pitchFamily="34" charset="0"/>
                <a:cs typeface="Bahij Nazanin" panose="02040503050201020203" pitchFamily="18" charset="-78"/>
              </a:rPr>
              <a:t> هره ورځ زموږ په ژوند کې ځینې پېښې او یا هم د نورو د ژوند پېښې، بدلونونه او ستونزې پر موږ اغېز کوي؛‌ </a:t>
            </a:r>
            <a:endParaRPr lang="en-US" sz="2800" dirty="0">
              <a:latin typeface="Bahij Nazanin" panose="02040503050201020203" pitchFamily="18" charset="-78"/>
              <a:ea typeface="Aptos" panose="020B0004020202020204" pitchFamily="34" charset="0"/>
              <a:cs typeface="Bahij Nazanin" panose="02040503050201020203" pitchFamily="18" charset="-78"/>
            </a:endParaRPr>
          </a:p>
          <a:p>
            <a:pPr marL="0" marR="0" algn="just" rtl="1">
              <a:lnSpc>
                <a:spcPct val="115000"/>
              </a:lnSpc>
              <a:spcBef>
                <a:spcPts val="0"/>
              </a:spcBef>
              <a:spcAft>
                <a:spcPts val="500"/>
              </a:spcAft>
            </a:pPr>
            <a:r>
              <a:rPr lang="ps-AF" sz="2800" dirty="0">
                <a:latin typeface="Bahij Nazanin" panose="02040503050201020203" pitchFamily="18" charset="-78"/>
                <a:ea typeface="Aptos" panose="020B0004020202020204" pitchFamily="34" charset="0"/>
                <a:cs typeface="Bahij Nazanin" panose="02040503050201020203" pitchFamily="18" charset="-78"/>
              </a:rPr>
              <a:t>خپه کوي مو، خوشالوي مو، هیله راکوي، ناهیلۍ ته مو ټیل وهي، فکر کولو ته مو اړ باسي، پر فکر، احساساتو او کړنو مو اغېز پرېباسي. همداسې موږ بریالي کېږو، ماتېږو، لوېږو، پورته کېږو، سفر کوو او پکې له جالبو کیسو سره مخ کېږو، انسانان وینو چې اوړي،‌ را اوړي، لوړېږي او ټیټېږي، تورېږي او سپینېږي؛ همدا ټولې پېښې په خاطرو کې راتللی شي. </a:t>
            </a:r>
            <a:endParaRPr lang="en-US" sz="2800" dirty="0">
              <a:latin typeface="Bahij Nazanin" panose="02040503050201020203" pitchFamily="18" charset="-78"/>
              <a:ea typeface="Aptos" panose="020B0004020202020204" pitchFamily="34" charset="0"/>
              <a:cs typeface="Bahij Nazanin" panose="02040503050201020203" pitchFamily="18" charset="-78"/>
            </a:endParaRPr>
          </a:p>
          <a:p>
            <a:endParaRPr lang="en-US" dirty="0"/>
          </a:p>
        </p:txBody>
      </p:sp>
      <p:sp>
        <p:nvSpPr>
          <p:cNvPr id="4" name="Title 1"/>
          <p:cNvSpPr>
            <a:spLocks noGrp="1"/>
          </p:cNvSpPr>
          <p:nvPr>
            <p:ph type="title"/>
          </p:nvPr>
        </p:nvSpPr>
        <p:spPr>
          <a:xfrm>
            <a:off x="2592925" y="624110"/>
            <a:ext cx="8911687" cy="779388"/>
          </a:xfrm>
        </p:spPr>
        <p:style>
          <a:lnRef idx="1">
            <a:schemeClr val="accent2"/>
          </a:lnRef>
          <a:fillRef idx="2">
            <a:schemeClr val="accent2"/>
          </a:fillRef>
          <a:effectRef idx="1">
            <a:schemeClr val="accent2"/>
          </a:effectRef>
          <a:fontRef idx="minor">
            <a:schemeClr val="dk1"/>
          </a:fontRef>
        </p:style>
        <p:txBody>
          <a:bodyPr>
            <a:noAutofit/>
          </a:bodyPr>
          <a:lstStyle/>
          <a:p>
            <a:pPr algn="ctr" rtl="1"/>
            <a:r>
              <a:rPr lang="ps-AF" sz="4000" b="1" dirty="0">
                <a:solidFill>
                  <a:schemeClr val="tx1"/>
                </a:solidFill>
                <a:latin typeface="Aptos Display" panose="020B0004020202020204" pitchFamily="34" charset="0"/>
                <a:cs typeface="Bahij Nazanin" panose="02040503050201020203" pitchFamily="18" charset="-78"/>
              </a:rPr>
              <a:t>خاطره</a:t>
            </a:r>
            <a:br>
              <a:rPr lang="en-US" sz="4000" dirty="0">
                <a:solidFill>
                  <a:schemeClr val="tx1"/>
                </a:solidFill>
                <a:latin typeface="Bahij Badr" panose="02040503050201020203" pitchFamily="18" charset="-78"/>
                <a:cs typeface="Bahij Badr" panose="02040503050201020203" pitchFamily="18" charset="-78"/>
              </a:rPr>
            </a:br>
            <a:endParaRPr lang="en-US" sz="4000" dirty="0">
              <a:solidFill>
                <a:schemeClr val="tx1"/>
              </a:solidFill>
              <a:latin typeface="Bahij Badr" panose="02040503050201020203" pitchFamily="18" charset="-78"/>
              <a:cs typeface="Bahij Badr" panose="02040503050201020203" pitchFamily="18" charset="-78"/>
            </a:endParaRPr>
          </a:p>
        </p:txBody>
      </p:sp>
    </p:spTree>
    <p:extLst>
      <p:ext uri="{BB962C8B-B14F-4D97-AF65-F5344CB8AC3E}">
        <p14:creationId xmlns:p14="http://schemas.microsoft.com/office/powerpoint/2010/main" val="236276787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849090"/>
          </a:xfrm>
        </p:spPr>
        <p:txBody>
          <a:bodyPr/>
          <a:lstStyle/>
          <a:p>
            <a:pPr algn="r" rtl="1"/>
            <a:r>
              <a:rPr lang="ps-AF" b="1" dirty="0">
                <a:latin typeface="Bahij Nazanin" panose="02040503050201020203" pitchFamily="18" charset="-78"/>
                <a:cs typeface="Bahij Nazanin" panose="02040503050201020203" pitchFamily="18" charset="-78"/>
              </a:rPr>
              <a:t>ادامه...</a:t>
            </a:r>
            <a:endParaRPr lang="en-US" b="1" dirty="0">
              <a:latin typeface="Bahij Nazanin" panose="02040503050201020203" pitchFamily="18" charset="-78"/>
              <a:cs typeface="Bahij Nazanin" panose="02040503050201020203" pitchFamily="18" charset="-78"/>
            </a:endParaRPr>
          </a:p>
        </p:txBody>
      </p:sp>
      <p:sp>
        <p:nvSpPr>
          <p:cNvPr id="3" name="Content Placeholder 2"/>
          <p:cNvSpPr>
            <a:spLocks noGrp="1"/>
          </p:cNvSpPr>
          <p:nvPr>
            <p:ph idx="1"/>
          </p:nvPr>
        </p:nvSpPr>
        <p:spPr>
          <a:xfrm>
            <a:off x="2500312" y="1473200"/>
            <a:ext cx="8915400" cy="3777622"/>
          </a:xfrm>
        </p:spPr>
        <p:txBody>
          <a:bodyPr>
            <a:normAutofit lnSpcReduction="10000"/>
          </a:bodyPr>
          <a:lstStyle/>
          <a:p>
            <a:pPr marL="0" marR="0" algn="just" rtl="1">
              <a:lnSpc>
                <a:spcPct val="115000"/>
              </a:lnSpc>
              <a:spcBef>
                <a:spcPts val="0"/>
              </a:spcBef>
              <a:spcAft>
                <a:spcPts val="500"/>
              </a:spcAft>
            </a:pPr>
            <a:r>
              <a:rPr lang="ps-AF" sz="2800" dirty="0">
                <a:latin typeface="Bahij Nazanin" panose="02040503050201020203" pitchFamily="18" charset="-78"/>
                <a:ea typeface="Aptos" panose="020B0004020202020204" pitchFamily="34" charset="0"/>
                <a:cs typeface="Bahij Nazanin" panose="02040503050201020203" pitchFamily="18" charset="-78"/>
              </a:rPr>
              <a:t>د هر چا خاطرې لږ او ډېر اهمیت لري.</a:t>
            </a:r>
            <a:endParaRPr lang="en-US" sz="2800" dirty="0">
              <a:latin typeface="Bahij Nazanin" panose="02040503050201020203" pitchFamily="18" charset="-78"/>
              <a:ea typeface="Aptos" panose="020B0004020202020204" pitchFamily="34" charset="0"/>
              <a:cs typeface="Bahij Nazanin" panose="02040503050201020203" pitchFamily="18" charset="-78"/>
            </a:endParaRPr>
          </a:p>
          <a:p>
            <a:pPr marL="0" marR="0" algn="just" rtl="1">
              <a:lnSpc>
                <a:spcPct val="115000"/>
              </a:lnSpc>
              <a:spcBef>
                <a:spcPts val="0"/>
              </a:spcBef>
              <a:spcAft>
                <a:spcPts val="500"/>
              </a:spcAft>
            </a:pPr>
            <a:r>
              <a:rPr lang="ps-AF" sz="2800" dirty="0">
                <a:latin typeface="Bahij Nazanin" panose="02040503050201020203" pitchFamily="18" charset="-78"/>
                <a:ea typeface="Aptos" panose="020B0004020202020204" pitchFamily="34" charset="0"/>
                <a:cs typeface="Bahij Nazanin" panose="02040503050201020203" pitchFamily="18" charset="-78"/>
              </a:rPr>
              <a:t>‌ د سیاستوالو خاطرې ښايي له دې کبله مهمې وي چې تاریخ ته خام مواد ورکوي.</a:t>
            </a:r>
            <a:endParaRPr lang="en-US" sz="2800" dirty="0">
              <a:latin typeface="Bahij Nazanin" panose="02040503050201020203" pitchFamily="18" charset="-78"/>
              <a:ea typeface="Aptos" panose="020B0004020202020204" pitchFamily="34" charset="0"/>
              <a:cs typeface="Bahij Nazanin" panose="02040503050201020203" pitchFamily="18" charset="-78"/>
            </a:endParaRPr>
          </a:p>
          <a:p>
            <a:pPr marL="0" marR="0" algn="just" rtl="1">
              <a:lnSpc>
                <a:spcPct val="115000"/>
              </a:lnSpc>
              <a:spcBef>
                <a:spcPts val="0"/>
              </a:spcBef>
              <a:spcAft>
                <a:spcPts val="500"/>
              </a:spcAft>
            </a:pPr>
            <a:r>
              <a:rPr lang="ps-AF" sz="2800" dirty="0">
                <a:latin typeface="Bahij Nazanin" panose="02040503050201020203" pitchFamily="18" charset="-78"/>
                <a:ea typeface="Aptos" panose="020B0004020202020204" pitchFamily="34" charset="0"/>
                <a:cs typeface="Bahij Nazanin" panose="02040503050201020203" pitchFamily="18" charset="-78"/>
              </a:rPr>
              <a:t> د یوه سرتېري خاطرې له دې کبله مهمې وي چې موږ ته وايي څنګه یو څوک پر بل وسله ور اړوي، بل انسان ته ټوپک نیول، له مرګ سره مخ کېدل او بل له مرګ سره مخ کول، انسان ته څه حس ورکوي.</a:t>
            </a:r>
            <a:endParaRPr lang="en-US" sz="2800" dirty="0">
              <a:latin typeface="Bahij Nazanin" panose="02040503050201020203" pitchFamily="18" charset="-78"/>
              <a:ea typeface="Aptos" panose="020B0004020202020204" pitchFamily="34" charset="0"/>
              <a:cs typeface="Bahij Nazanin" panose="02040503050201020203" pitchFamily="18" charset="-78"/>
            </a:endParaRPr>
          </a:p>
          <a:p>
            <a:pPr marL="0" marR="0" algn="just" rtl="1">
              <a:lnSpc>
                <a:spcPct val="115000"/>
              </a:lnSpc>
              <a:spcBef>
                <a:spcPts val="0"/>
              </a:spcBef>
              <a:spcAft>
                <a:spcPts val="500"/>
              </a:spcAft>
            </a:pPr>
            <a:r>
              <a:rPr lang="ps-AF" sz="2800" dirty="0">
                <a:latin typeface="Bahij Nazanin" panose="02040503050201020203" pitchFamily="18" charset="-78"/>
                <a:ea typeface="Aptos" panose="020B0004020202020204" pitchFamily="34" charset="0"/>
                <a:cs typeface="Bahij Nazanin" panose="02040503050201020203" pitchFamily="18" charset="-78"/>
              </a:rPr>
              <a:t> د یوه ګرځندوی یادښتونه موږ د فرهنګونو د توپیرونو تابلوګانو ته دروي.</a:t>
            </a:r>
            <a:endParaRPr lang="en-US" sz="2800" dirty="0">
              <a:latin typeface="Bahij Nazanin" panose="02040503050201020203" pitchFamily="18" charset="-78"/>
              <a:ea typeface="Aptos" panose="020B0004020202020204" pitchFamily="34" charset="0"/>
              <a:cs typeface="Bahij Nazanin" panose="02040503050201020203" pitchFamily="18" charset="-78"/>
            </a:endParaRPr>
          </a:p>
          <a:p>
            <a:endParaRPr lang="en-US" dirty="0"/>
          </a:p>
        </p:txBody>
      </p:sp>
    </p:spTree>
    <p:extLst>
      <p:ext uri="{BB962C8B-B14F-4D97-AF65-F5344CB8AC3E}">
        <p14:creationId xmlns:p14="http://schemas.microsoft.com/office/powerpoint/2010/main" val="32298794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709390"/>
          </a:xfrm>
        </p:spPr>
        <p:txBody>
          <a:bodyPr/>
          <a:lstStyle/>
          <a:p>
            <a:pPr algn="r" rtl="1"/>
            <a:r>
              <a:rPr lang="ps-AF" b="1" dirty="0">
                <a:latin typeface="Bahij Nazanin" panose="02040503050201020203" pitchFamily="18" charset="-78"/>
                <a:cs typeface="Bahij Nazanin" panose="02040503050201020203" pitchFamily="18" charset="-78"/>
              </a:rPr>
              <a:t>ادامه...</a:t>
            </a:r>
            <a:endParaRPr lang="en-US" b="1" dirty="0">
              <a:latin typeface="Bahij Nazanin" panose="02040503050201020203" pitchFamily="18" charset="-78"/>
              <a:cs typeface="Bahij Nazanin" panose="02040503050201020203" pitchFamily="18" charset="-78"/>
            </a:endParaRPr>
          </a:p>
        </p:txBody>
      </p:sp>
      <p:sp>
        <p:nvSpPr>
          <p:cNvPr id="3" name="Content Placeholder 2"/>
          <p:cNvSpPr>
            <a:spLocks noGrp="1"/>
          </p:cNvSpPr>
          <p:nvPr>
            <p:ph idx="1"/>
          </p:nvPr>
        </p:nvSpPr>
        <p:spPr>
          <a:xfrm>
            <a:off x="2589212" y="1333500"/>
            <a:ext cx="8915400" cy="4508500"/>
          </a:xfrm>
        </p:spPr>
        <p:txBody>
          <a:bodyPr>
            <a:normAutofit fontScale="92500" lnSpcReduction="20000"/>
          </a:bodyPr>
          <a:lstStyle/>
          <a:p>
            <a:pPr marL="0" marR="0" algn="just" rtl="1">
              <a:lnSpc>
                <a:spcPct val="115000"/>
              </a:lnSpc>
              <a:spcBef>
                <a:spcPts val="0"/>
              </a:spcBef>
              <a:spcAft>
                <a:spcPts val="500"/>
              </a:spcAft>
            </a:pPr>
            <a:r>
              <a:rPr lang="ps-AF" sz="3300" dirty="0">
                <a:latin typeface="Bahij Nazanin" panose="02040503050201020203" pitchFamily="18" charset="-78"/>
                <a:ea typeface="Aptos" panose="020B0004020202020204" pitchFamily="34" charset="0"/>
                <a:cs typeface="Bahij Nazanin" panose="02040503050201020203" pitchFamily="18" charset="-78"/>
              </a:rPr>
              <a:t>د یوه زنداني یادښتونه موږ د نورو چارو تر څنګ د خپلې ازادۍ نعمت ته متوجه کوي. </a:t>
            </a:r>
            <a:endParaRPr lang="en-US" sz="3300" dirty="0">
              <a:latin typeface="Bahij Nazanin" panose="02040503050201020203" pitchFamily="18" charset="-78"/>
              <a:ea typeface="Aptos" panose="020B0004020202020204" pitchFamily="34" charset="0"/>
              <a:cs typeface="Bahij Nazanin" panose="02040503050201020203" pitchFamily="18" charset="-78"/>
            </a:endParaRPr>
          </a:p>
          <a:p>
            <a:pPr marL="0" marR="0" algn="just" rtl="1">
              <a:lnSpc>
                <a:spcPct val="115000"/>
              </a:lnSpc>
              <a:spcBef>
                <a:spcPts val="0"/>
              </a:spcBef>
              <a:spcAft>
                <a:spcPts val="500"/>
              </a:spcAft>
            </a:pPr>
            <a:r>
              <a:rPr lang="ps-AF" sz="3300" dirty="0">
                <a:latin typeface="Bahij Nazanin" panose="02040503050201020203" pitchFamily="18" charset="-78"/>
                <a:ea typeface="Aptos" panose="020B0004020202020204" pitchFamily="34" charset="0"/>
                <a:cs typeface="Bahij Nazanin" panose="02040503050201020203" pitchFamily="18" charset="-78"/>
              </a:rPr>
              <a:t>خاطرې باید ځینې داسې ځانګړنې ولري چې د نورو د لوستو جوګه یې کړي،‌ خوند ترې واخلي او زده‌کړه ترې وکړي.‌</a:t>
            </a:r>
            <a:endParaRPr lang="en-US" sz="3300" dirty="0">
              <a:latin typeface="Bahij Nazanin" panose="02040503050201020203" pitchFamily="18" charset="-78"/>
              <a:ea typeface="Aptos" panose="020B0004020202020204" pitchFamily="34" charset="0"/>
              <a:cs typeface="Bahij Nazanin" panose="02040503050201020203" pitchFamily="18" charset="-78"/>
            </a:endParaRPr>
          </a:p>
          <a:p>
            <a:pPr marL="0" marR="0" algn="just" rtl="1">
              <a:lnSpc>
                <a:spcPct val="115000"/>
              </a:lnSpc>
              <a:spcBef>
                <a:spcPts val="0"/>
              </a:spcBef>
              <a:spcAft>
                <a:spcPts val="500"/>
              </a:spcAft>
            </a:pPr>
            <a:r>
              <a:rPr lang="ps-AF" sz="3300" dirty="0">
                <a:latin typeface="Bahij Nazanin" panose="02040503050201020203" pitchFamily="18" charset="-78"/>
                <a:ea typeface="Aptos" panose="020B0004020202020204" pitchFamily="34" charset="0"/>
                <a:cs typeface="Bahij Nazanin" panose="02040503050201020203" pitchFamily="18" charset="-78"/>
              </a:rPr>
              <a:t> خاطرې باید په زړه پورې وي او لوستونکي پکې داسې څه ولولي چې هغوی ته نوي وي او له لیکوال سره ګډ ټکي پیدا کړي.‌ </a:t>
            </a:r>
            <a:endParaRPr lang="en-US" sz="3300" dirty="0">
              <a:latin typeface="Bahij Nazanin" panose="02040503050201020203" pitchFamily="18" charset="-78"/>
              <a:ea typeface="Aptos" panose="020B0004020202020204" pitchFamily="34" charset="0"/>
              <a:cs typeface="Bahij Nazanin" panose="02040503050201020203" pitchFamily="18" charset="-78"/>
            </a:endParaRPr>
          </a:p>
          <a:p>
            <a:pPr marL="0" marR="0" algn="just" rtl="1">
              <a:lnSpc>
                <a:spcPct val="115000"/>
              </a:lnSpc>
              <a:spcBef>
                <a:spcPts val="0"/>
              </a:spcBef>
              <a:spcAft>
                <a:spcPts val="500"/>
              </a:spcAft>
            </a:pPr>
            <a:r>
              <a:rPr lang="ps-AF" sz="3300" dirty="0">
                <a:latin typeface="Bahij Nazanin" panose="02040503050201020203" pitchFamily="18" charset="-78"/>
                <a:ea typeface="Aptos" panose="020B0004020202020204" pitchFamily="34" charset="0"/>
                <a:cs typeface="Bahij Nazanin" panose="02040503050201020203" pitchFamily="18" charset="-78"/>
              </a:rPr>
              <a:t>د خاطرو نثر باید خوږ، روان او صمیمي وي.</a:t>
            </a:r>
            <a:endParaRPr lang="en-US" sz="3300" dirty="0">
              <a:latin typeface="Bahij Nazanin" panose="02040503050201020203" pitchFamily="18" charset="-78"/>
              <a:ea typeface="Aptos" panose="020B0004020202020204" pitchFamily="34" charset="0"/>
              <a:cs typeface="Bahij Nazanin" panose="02040503050201020203" pitchFamily="18" charset="-78"/>
            </a:endParaRPr>
          </a:p>
          <a:p>
            <a:pPr marL="0" marR="0" algn="just" rtl="1">
              <a:lnSpc>
                <a:spcPct val="115000"/>
              </a:lnSpc>
              <a:spcBef>
                <a:spcPts val="0"/>
              </a:spcBef>
              <a:spcAft>
                <a:spcPts val="500"/>
              </a:spcAft>
            </a:pPr>
            <a:r>
              <a:rPr lang="ps-AF" sz="3300" dirty="0">
                <a:latin typeface="Bahij Nazanin" panose="02040503050201020203" pitchFamily="18" charset="-78"/>
                <a:ea typeface="Aptos" panose="020B0004020202020204" pitchFamily="34" charset="0"/>
                <a:cs typeface="Bahij Nazanin" panose="02040503050201020203" pitchFamily="18" charset="-78"/>
              </a:rPr>
              <a:t>تاسې هم د خپل ژوند هغه خاطرې له نورو سره مه شریکوئ چې باید نور پرې خبر نه شي.</a:t>
            </a:r>
            <a:endParaRPr lang="en-US" sz="3300" dirty="0">
              <a:latin typeface="Bahij Nazanin" panose="02040503050201020203" pitchFamily="18" charset="-78"/>
              <a:ea typeface="Aptos" panose="020B0004020202020204" pitchFamily="34" charset="0"/>
              <a:cs typeface="Bahij Nazanin" panose="02040503050201020203" pitchFamily="18" charset="-78"/>
            </a:endParaRPr>
          </a:p>
          <a:p>
            <a:endParaRPr lang="en-US" dirty="0"/>
          </a:p>
        </p:txBody>
      </p:sp>
    </p:spTree>
    <p:extLst>
      <p:ext uri="{BB962C8B-B14F-4D97-AF65-F5344CB8AC3E}">
        <p14:creationId xmlns:p14="http://schemas.microsoft.com/office/powerpoint/2010/main" val="230797746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696690"/>
          </a:xfrm>
        </p:spPr>
        <p:txBody>
          <a:bodyPr/>
          <a:lstStyle/>
          <a:p>
            <a:pPr algn="r" rtl="1"/>
            <a:r>
              <a:rPr lang="ps-AF" b="1" dirty="0">
                <a:latin typeface="Bahij Nazanin" panose="02040503050201020203" pitchFamily="18" charset="-78"/>
                <a:cs typeface="Bahij Nazanin" panose="02040503050201020203" pitchFamily="18" charset="-78"/>
              </a:rPr>
              <a:t>ادامه...</a:t>
            </a:r>
            <a:endParaRPr lang="en-US" b="1" dirty="0">
              <a:latin typeface="Bahij Nazanin" panose="02040503050201020203" pitchFamily="18" charset="-78"/>
              <a:cs typeface="Bahij Nazanin" panose="02040503050201020203" pitchFamily="18" charset="-78"/>
            </a:endParaRPr>
          </a:p>
        </p:txBody>
      </p:sp>
      <p:sp>
        <p:nvSpPr>
          <p:cNvPr id="3" name="Content Placeholder 2"/>
          <p:cNvSpPr>
            <a:spLocks noGrp="1"/>
          </p:cNvSpPr>
          <p:nvPr>
            <p:ph idx="1"/>
          </p:nvPr>
        </p:nvSpPr>
        <p:spPr>
          <a:xfrm>
            <a:off x="2500312" y="1498600"/>
            <a:ext cx="8915400" cy="4000500"/>
          </a:xfrm>
        </p:spPr>
        <p:txBody>
          <a:bodyPr>
            <a:normAutofit lnSpcReduction="10000"/>
          </a:bodyPr>
          <a:lstStyle/>
          <a:p>
            <a:pPr marL="0" marR="0" algn="just" rtl="1">
              <a:lnSpc>
                <a:spcPct val="115000"/>
              </a:lnSpc>
              <a:spcBef>
                <a:spcPts val="0"/>
              </a:spcBef>
              <a:spcAft>
                <a:spcPts val="500"/>
              </a:spcAft>
            </a:pPr>
            <a:r>
              <a:rPr lang="ps-AF" sz="3000" dirty="0">
                <a:latin typeface="Bahij Nazanin" panose="02040503050201020203" pitchFamily="18" charset="-78"/>
                <a:ea typeface="Aptos" panose="020B0004020202020204" pitchFamily="34" charset="0"/>
                <a:cs typeface="Bahij Nazanin" panose="02040503050201020203" pitchFamily="18" charset="-78"/>
              </a:rPr>
              <a:t>د نورو د ژوند داسې پېښې هم مه لیکئ چې هغوی نه غواړي خلک پرې خبر شي.</a:t>
            </a:r>
            <a:endParaRPr lang="en-US" sz="3000" dirty="0">
              <a:latin typeface="Bahij Nazanin" panose="02040503050201020203" pitchFamily="18" charset="-78"/>
              <a:ea typeface="Aptos" panose="020B0004020202020204" pitchFamily="34" charset="0"/>
              <a:cs typeface="Bahij Nazanin" panose="02040503050201020203" pitchFamily="18" charset="-78"/>
            </a:endParaRPr>
          </a:p>
          <a:p>
            <a:pPr marL="0" marR="0" algn="just" rtl="1">
              <a:lnSpc>
                <a:spcPct val="115000"/>
              </a:lnSpc>
              <a:spcBef>
                <a:spcPts val="0"/>
              </a:spcBef>
              <a:spcAft>
                <a:spcPts val="500"/>
              </a:spcAft>
            </a:pPr>
            <a:r>
              <a:rPr lang="ps-AF" sz="3000" dirty="0">
                <a:latin typeface="Bahij Nazanin" panose="02040503050201020203" pitchFamily="18" charset="-78"/>
                <a:ea typeface="Aptos" panose="020B0004020202020204" pitchFamily="34" charset="0"/>
                <a:cs typeface="Bahij Nazanin" panose="02040503050201020203" pitchFamily="18" charset="-78"/>
              </a:rPr>
              <a:t>‌ که داسې څه وي چې پرې د نورو خبرېدل مهم وي، خلکو ته یې ګټه رسېږي او لیکل یې اخلاقي او دیني جواز ولري، نو بیا یې ولیکئ. </a:t>
            </a:r>
            <a:endParaRPr lang="en-US" sz="3000" dirty="0">
              <a:latin typeface="Bahij Nazanin" panose="02040503050201020203" pitchFamily="18" charset="-78"/>
              <a:ea typeface="Aptos" panose="020B0004020202020204" pitchFamily="34" charset="0"/>
              <a:cs typeface="Bahij Nazanin" panose="02040503050201020203" pitchFamily="18" charset="-78"/>
            </a:endParaRPr>
          </a:p>
          <a:p>
            <a:pPr marL="0" marR="0" algn="just" rtl="1">
              <a:lnSpc>
                <a:spcPct val="115000"/>
              </a:lnSpc>
              <a:spcBef>
                <a:spcPts val="0"/>
              </a:spcBef>
              <a:spcAft>
                <a:spcPts val="500"/>
              </a:spcAft>
            </a:pPr>
            <a:r>
              <a:rPr lang="ps-AF" sz="3000" dirty="0">
                <a:latin typeface="Bahij Nazanin" panose="02040503050201020203" pitchFamily="18" charset="-78"/>
                <a:ea typeface="Aptos" panose="020B0004020202020204" pitchFamily="34" charset="0"/>
                <a:cs typeface="Bahij Nazanin" panose="02040503050201020203" pitchFamily="18" charset="-78"/>
              </a:rPr>
              <a:t>یادښتونه د هرې ورځې لیکل دي چې ښايي ځینې یې جالب نه وي او تسلسل هم لري؛ خو خاطرې بیا جالبې وي، تسلسل ته پکې اړتیا نه وي.</a:t>
            </a:r>
            <a:endParaRPr lang="en-US" sz="3000" dirty="0">
              <a:latin typeface="Bahij Nazanin" panose="02040503050201020203" pitchFamily="18" charset="-78"/>
              <a:ea typeface="Aptos" panose="020B0004020202020204" pitchFamily="34" charset="0"/>
              <a:cs typeface="Bahij Nazanin" panose="02040503050201020203" pitchFamily="18" charset="-78"/>
            </a:endParaRPr>
          </a:p>
          <a:p>
            <a:pPr marL="0" marR="0" algn="just" rtl="1">
              <a:lnSpc>
                <a:spcPct val="115000"/>
              </a:lnSpc>
              <a:spcBef>
                <a:spcPts val="0"/>
              </a:spcBef>
              <a:spcAft>
                <a:spcPts val="500"/>
              </a:spcAft>
            </a:pPr>
            <a:r>
              <a:rPr lang="ps-AF" sz="3000" dirty="0">
                <a:latin typeface="Bahij Nazanin" panose="02040503050201020203" pitchFamily="18" charset="-78"/>
                <a:ea typeface="Aptos" panose="020B0004020202020204" pitchFamily="34" charset="0"/>
                <a:cs typeface="Bahij Nazanin" panose="02040503050201020203" pitchFamily="18" charset="-78"/>
              </a:rPr>
              <a:t> یادښتونه او خاطرې بیا د ځان‌پېښو د لیکلو لپاره هم کارول کېدای شي.‌</a:t>
            </a:r>
            <a:endParaRPr lang="en-US" sz="3000" dirty="0">
              <a:latin typeface="Bahij Nazanin" panose="02040503050201020203" pitchFamily="18" charset="-78"/>
              <a:ea typeface="Aptos" panose="020B0004020202020204" pitchFamily="34" charset="0"/>
              <a:cs typeface="Bahij Nazanin" panose="02040503050201020203" pitchFamily="18" charset="-78"/>
            </a:endParaRPr>
          </a:p>
          <a:p>
            <a:endParaRPr lang="en-US" dirty="0"/>
          </a:p>
        </p:txBody>
      </p:sp>
    </p:spTree>
    <p:extLst>
      <p:ext uri="{BB962C8B-B14F-4D97-AF65-F5344CB8AC3E}">
        <p14:creationId xmlns:p14="http://schemas.microsoft.com/office/powerpoint/2010/main" val="33733618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55812" y="2819400"/>
            <a:ext cx="8915400" cy="1447800"/>
          </a:xfrm>
        </p:spPr>
        <p:txBody>
          <a:bodyPr>
            <a:normAutofit/>
          </a:bodyPr>
          <a:lstStyle/>
          <a:p>
            <a:pPr marL="0" indent="0" algn="ctr" rtl="1">
              <a:buNone/>
            </a:pPr>
            <a:r>
              <a:rPr lang="ps-AF" sz="8000" b="1" dirty="0">
                <a:latin typeface="Bahij Nazanin" panose="02040503050201020203" pitchFamily="18" charset="-78"/>
                <a:cs typeface="Bahij Nazanin" panose="02040503050201020203" pitchFamily="18" charset="-78"/>
              </a:rPr>
              <a:t>پای</a:t>
            </a:r>
            <a:endParaRPr lang="en-US" sz="8000" b="1" dirty="0">
              <a:latin typeface="Bahij Nazanin" panose="02040503050201020203" pitchFamily="18" charset="-78"/>
              <a:cs typeface="Bahij Nazanin" panose="02040503050201020203" pitchFamily="18" charset="-78"/>
            </a:endParaRPr>
          </a:p>
        </p:txBody>
      </p:sp>
    </p:spTree>
    <p:extLst>
      <p:ext uri="{BB962C8B-B14F-4D97-AF65-F5344CB8AC3E}">
        <p14:creationId xmlns:p14="http://schemas.microsoft.com/office/powerpoint/2010/main" val="11796829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5ADB0C69-0763-7A4C-AF7D-CBB2F7CACD7B}"/>
              </a:ext>
            </a:extLst>
          </p:cNvPr>
          <p:cNvPicPr>
            <a:picLocks noChangeAspect="1"/>
          </p:cNvPicPr>
          <p:nvPr/>
        </p:nvPicPr>
        <p:blipFill>
          <a:blip r:embed="rId2"/>
          <a:stretch>
            <a:fillRect/>
          </a:stretch>
        </p:blipFill>
        <p:spPr>
          <a:xfrm>
            <a:off x="4126631" y="1831521"/>
            <a:ext cx="3783163" cy="3778250"/>
          </a:xfrm>
          <a:prstGeom prst="rect">
            <a:avLst/>
          </a:prstGeom>
        </p:spPr>
      </p:pic>
    </p:spTree>
    <p:extLst>
      <p:ext uri="{BB962C8B-B14F-4D97-AF65-F5344CB8AC3E}">
        <p14:creationId xmlns:p14="http://schemas.microsoft.com/office/powerpoint/2010/main" val="1274565067"/>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emplate>Wisp</Template>
  <TotalTime>195</TotalTime>
  <Words>1542</Words>
  <Application>Microsoft Office PowerPoint</Application>
  <PresentationFormat>Widescreen</PresentationFormat>
  <Paragraphs>114</Paragraphs>
  <Slides>22</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22</vt:i4>
      </vt:variant>
    </vt:vector>
  </HeadingPairs>
  <TitlesOfParts>
    <vt:vector size="30" baseType="lpstr">
      <vt:lpstr>Aptos Display</vt:lpstr>
      <vt:lpstr>Arial</vt:lpstr>
      <vt:lpstr>Bahij Badr</vt:lpstr>
      <vt:lpstr>Bahij Nazanin</vt:lpstr>
      <vt:lpstr>Century Gothic</vt:lpstr>
      <vt:lpstr>Wingdings</vt:lpstr>
      <vt:lpstr>Wingdings 3</vt:lpstr>
      <vt:lpstr>Wisp</vt:lpstr>
      <vt:lpstr>درېیم لوست </vt:lpstr>
      <vt:lpstr>د لیکوالۍ شکلي قالبونه</vt:lpstr>
      <vt:lpstr>پاراګراف</vt:lpstr>
      <vt:lpstr>PowerPoint Presentation</vt:lpstr>
      <vt:lpstr>مقاله</vt:lpstr>
      <vt:lpstr>مونوګراف </vt:lpstr>
      <vt:lpstr>PowerPoint Presentation</vt:lpstr>
      <vt:lpstr>PowerPoint Presentation</vt:lpstr>
      <vt:lpstr>تېزس / ډیزرټېشن</vt:lpstr>
      <vt:lpstr>ادامه ...</vt:lpstr>
      <vt:lpstr>ادامه...</vt:lpstr>
      <vt:lpstr>ورځني یادښتونه </vt:lpstr>
      <vt:lpstr>ادامه...</vt:lpstr>
      <vt:lpstr>د یادښتونو ډولونه </vt:lpstr>
      <vt:lpstr>ادامه...</vt:lpstr>
      <vt:lpstr>ادامه...</vt:lpstr>
      <vt:lpstr>خاطره </vt:lpstr>
      <vt:lpstr>ادامه...</vt:lpstr>
      <vt:lpstr>ادامه...</vt:lpstr>
      <vt:lpstr>ادامه...</vt:lpstr>
      <vt:lpstr>PowerPoint Presentation</vt:lpstr>
      <vt:lpstr>PowerPoint Presentation</vt:lpstr>
    </vt:vector>
  </TitlesOfParts>
  <Company>MRT www.Win2Farsi.com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لومړی لوست</dc:title>
  <dc:creator>Moorche</dc:creator>
  <cp:lastModifiedBy>Ezatullah Noorzai</cp:lastModifiedBy>
  <cp:revision>80</cp:revision>
  <dcterms:created xsi:type="dcterms:W3CDTF">2024-05-04T17:14:58Z</dcterms:created>
  <dcterms:modified xsi:type="dcterms:W3CDTF">2025-08-24T11:05:49Z</dcterms:modified>
</cp:coreProperties>
</file>