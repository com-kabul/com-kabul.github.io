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1" r:id="rId8"/>
    <p:sldId id="262" r:id="rId9"/>
    <p:sldId id="266" r:id="rId10"/>
    <p:sldId id="269" r:id="rId11"/>
    <p:sldId id="27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025" y="624110"/>
            <a:ext cx="8911687" cy="8490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 rtl="1"/>
            <a:r>
              <a:rPr lang="ps-AF" sz="6000" b="1" dirty="0">
                <a:latin typeface="Bahij Badr" panose="02040503050201020203" pitchFamily="18" charset="-78"/>
                <a:cs typeface="Bahij Badr" panose="02040503050201020203" pitchFamily="18" charset="-78"/>
              </a:rPr>
              <a:t>دویم لوست</a:t>
            </a:r>
            <a:br>
              <a:rPr lang="en-US" dirty="0">
                <a:latin typeface="Bahij Badr" panose="02040503050201020203" pitchFamily="18" charset="-78"/>
                <a:cs typeface="Bahij Badr" panose="02040503050201020203" pitchFamily="18" charset="-78"/>
              </a:rPr>
            </a:br>
            <a:endParaRPr lang="en-US" dirty="0">
              <a:latin typeface="Bahij Badr" panose="02040503050201020203" pitchFamily="18" charset="-78"/>
              <a:cs typeface="Bahij Badr" panose="02040503050201020203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1">
              <a:buNone/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دلته په لاندې موضوعاتو بحث شوی دی: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لیکوالي کسبي ده او که فطري؟</a:t>
            </a: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 لیکوالۍ فرهنګ</a:t>
            </a: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SA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لیکوالي څنګه پیلولی شو؟</a:t>
            </a:r>
            <a:endParaRPr lang="ps-AF" sz="28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SA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لیکوالي او مخاطب</a:t>
            </a:r>
            <a:endParaRPr lang="ps-AF" sz="28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SA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 لیکوال موخه</a:t>
            </a:r>
            <a:endParaRPr lang="ps-AF" sz="28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938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5400" y="662210"/>
            <a:ext cx="8724900" cy="6585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 algn="ctr" rtl="1"/>
            <a:r>
              <a:rPr lang="ps-AF" sz="4000" b="1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لیکوالي کسبي ده او که فطري؟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76400"/>
            <a:ext cx="10158412" cy="4279900"/>
          </a:xfrm>
        </p:spPr>
        <p:txBody>
          <a:bodyPr>
            <a:normAutofit/>
          </a:bodyPr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لا هم په دې اړه واحد نظر نشته.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هغوی چې وايي‌ لیکوالي فطري ده، تر ډېره یې موخه هنري لیکوالي وي.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 وايي لیکوالي کسبي ده، یوازې د لیکوالۍ پر یو ډول تمرکز نه کوي.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لیکوالۍ زده کړه، د ځانګړو تخنیکونو زده‌کړې او تمرین ته اړتیا ده.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 لیکوالي فطري بولي، نه غواړي چې بل څوک لیکوال شي، یا خپل نه لیکوال کېدل توجیه کوي.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algn="just" rtl="1"/>
            <a:endParaRPr lang="en-US" sz="24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31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400" y="406400"/>
            <a:ext cx="9701212" cy="5486400"/>
          </a:xfrm>
        </p:spPr>
        <p:txBody>
          <a:bodyPr>
            <a:normAutofit/>
          </a:bodyPr>
          <a:lstStyle/>
          <a:p>
            <a:pPr marL="0" indent="0" algn="just" rtl="1">
              <a:buNone/>
            </a:pPr>
            <a:r>
              <a:rPr lang="ps-AF" sz="3200" b="1" dirty="0">
                <a:solidFill>
                  <a:sysClr val="windowText" lastClr="000000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ادامه ...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خوشال‌خان په کورنۍ کې ځکه لیکوال او شاعران پیدا شول چې د خوشال‌خان زامن او لمسیان وو.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خو دا نه پوښتي چې خوشال‌خان ولې شاعر او لیکوال و؟ 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 نړۍ کې د لیکوالۍ د زده‌کړې لپاره ګڼ مرکزونه شته. 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دوی د زده‌کوونکو د منلو لپاره له وړاندې داسې کومه ازموینه نه لري.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ځینې کسان له لیکوالۍ سره د مینې او په فطرت کې د لیکوالۍ شته‌والی سره ګډوي. 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کله د ادبیاتو فارغ لیکوال نه شي، خو د کرنې یا انجینرۍ یو فارغ لیکوال شي.‌ 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790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4242" y="1130300"/>
            <a:ext cx="9396412" cy="4279900"/>
          </a:xfrm>
        </p:spPr>
        <p:txBody>
          <a:bodyPr>
            <a:noAutofit/>
          </a:bodyPr>
          <a:lstStyle/>
          <a:p>
            <a:pPr marL="0" marR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ps-AF" sz="3200" b="1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  <a:sym typeface="Symbol" pitchFamily="2" charset="2"/>
              </a:rPr>
              <a:t>ادامه ...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 لیکوال کېدو کې کورنۍ او چاپیریال هم مهم دی.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لیکوالۍ په اړه یوه ناسمه خبره دا ده چې وايي لیکوال زېږي، جوړېږي نه.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دا خبره سمه نه ده چې لیکوالي د انسان په خټه کې وي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دا هم ناسم تصور دی چې په لیکوالۍ کې باید تاسې ته حتمي الهام وشي.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ysClr val="windowText" lastClr="000000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بل ناسم تصور دا دی چې ښه لیکوال په لومړي ځل ښه لیکل کوي،‌</a:t>
            </a:r>
            <a:endParaRPr lang="en-US" sz="2800" dirty="0">
              <a:solidFill>
                <a:sysClr val="windowText" lastClr="000000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946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324099"/>
            <a:ext cx="9675811" cy="3597729"/>
          </a:xfrm>
        </p:spPr>
        <p:txBody>
          <a:bodyPr>
            <a:normAutofit/>
          </a:bodyPr>
          <a:lstStyle/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لیکوالي په ځینو ټولنو کې د فرهنګ په یوه برخه بدله شوې وي. </a:t>
            </a:r>
            <a:endParaRPr lang="en-US" sz="28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هلته لیکوالي د یوه ځانګړي پوړ کار نه دی.</a:t>
            </a:r>
            <a:endParaRPr lang="en-US" sz="28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زموږ په ټولنه کې لیکوالي د فرهنګ برخه نه ده شوې. </a:t>
            </a:r>
            <a:endParaRPr lang="en-US" sz="28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65400" y="662210"/>
            <a:ext cx="8724900" cy="6585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0" algn="ctr" rtl="1"/>
            <a:r>
              <a:rPr lang="ps-AF" sz="4000" b="1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 لیکوالۍ فرهنګ</a:t>
            </a:r>
          </a:p>
        </p:txBody>
      </p:sp>
    </p:spTree>
    <p:extLst>
      <p:ext uri="{BB962C8B-B14F-4D97-AF65-F5344CB8AC3E}">
        <p14:creationId xmlns:p14="http://schemas.microsoft.com/office/powerpoint/2010/main" val="382932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95090"/>
          </a:xfrm>
        </p:spPr>
        <p:txBody>
          <a:bodyPr>
            <a:normAutofit fontScale="90000"/>
          </a:bodyPr>
          <a:lstStyle/>
          <a:p>
            <a:pPr algn="r" rtl="1"/>
            <a:r>
              <a:rPr lang="ps-AF" sz="40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lang="en-US" sz="40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1840" y="1524000"/>
            <a:ext cx="8915400" cy="4292600"/>
          </a:xfrm>
        </p:spPr>
        <p:txBody>
          <a:bodyPr>
            <a:normAutofit/>
          </a:bodyPr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موږ له ماشومتوب څخه په کورني چاپیریال، بیا ښوونځي او پوهنتون کې لیکلو ته نه هڅوول کېږو.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 په ښوونځي کې تکراري لیکل کوو: (( پسرلی د کال د څلورو موسمونو څخه یو دی. په پسرلي کې بوټي او ونې زرغونېږي، په پسرلي کې هوا ښه کېږي...))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 پوهنتون کې هم لیکوالي یوازې په ادبیاتو کې یو مضمون دی.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0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47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rtl="1"/>
            <a:r>
              <a:rPr lang="ar-SA" sz="4000" b="1" dirty="0">
                <a:solidFill>
                  <a:schemeClr val="tx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لیکوالي څنګه پیلولی شو؟</a:t>
            </a:r>
            <a:br>
              <a:rPr lang="en-US" sz="4000" dirty="0">
                <a:solidFill>
                  <a:schemeClr val="tx1"/>
                </a:solidFill>
                <a:latin typeface="Bahij Badr" panose="02040503050201020203" pitchFamily="18" charset="-78"/>
                <a:cs typeface="Bahij Badr" panose="02040503050201020203" pitchFamily="18" charset="-78"/>
              </a:rPr>
            </a:br>
            <a:endParaRPr lang="en-US" sz="4000" dirty="0">
              <a:solidFill>
                <a:schemeClr val="tx1"/>
              </a:solidFill>
              <a:latin typeface="Bahij Badr" panose="02040503050201020203" pitchFamily="18" charset="-78"/>
              <a:cs typeface="Bahij Badr" panose="02040503050201020203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714499"/>
            <a:ext cx="8911687" cy="3829957"/>
          </a:xfrm>
        </p:spPr>
        <p:txBody>
          <a:bodyPr>
            <a:noAutofit/>
          </a:bodyPr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پیل لپاره تر ټولو مهمه خبره دا ده چې لیکوالي مهم کار وګڼل شي.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‌دا راز د پیل لپاره د لیکوالۍ لپاره اراده او وخت ورکول خورا مهم دي.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دا مهمه ده چې په هر حال لیکل وکړئ.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دا مهمه نه ده چې څه لیکئ او څنګه یې لیکئ.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indent="0" algn="just" rtl="1">
              <a:buNone/>
            </a:pPr>
            <a:endParaRPr lang="en-US" sz="24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811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4200" y="635000"/>
            <a:ext cx="9650412" cy="4938486"/>
          </a:xfrm>
        </p:spPr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ps-AF" sz="3200" b="1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ادامه ...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پیل لپاره باید د یادښتونو یا خاطراتو کتابچه ولرئ.</a:t>
            </a:r>
            <a:endParaRPr lang="en-US" sz="32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خپل ځان په اړه لیکل وکړئ.</a:t>
            </a:r>
            <a:endParaRPr lang="en-US" sz="32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لیکل وکړئ، مه یې خپروئ.</a:t>
            </a:r>
            <a:endParaRPr lang="en-US" sz="32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لوی موضوعات مو په پیل کې ماتوي.</a:t>
            </a:r>
            <a:endParaRPr lang="en-US" sz="32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یوه مهالوېش پر بنسټ لیکل وکړئ، پیل له لږو او لنډو لیکلو وکړئ.</a:t>
            </a:r>
            <a:endParaRPr lang="en-US" sz="32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en-US" sz="3200" b="1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6401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5812" y="1104900"/>
            <a:ext cx="8915400" cy="3777622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ps-AF" sz="3200" b="1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ادامه ...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ځان په اړه د لیکلو له اوږدې تجربې وروسته بهرنۍ نړۍ ته هم ور دانګل‍ی شئ. 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پر خپل ژبني مهارت هم کار وکړئ.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ستونزې هېڅکله د لیکوالۍ پر وړاندې خنډ نه شي کېدای.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indent="0" algn="r" rtl="1">
              <a:buNone/>
            </a:pPr>
            <a:endParaRPr lang="en-US" sz="3200" b="1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15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78000"/>
            <a:ext cx="8915400" cy="4305300"/>
          </a:xfrm>
        </p:spPr>
        <p:txBody>
          <a:bodyPr>
            <a:normAutofit/>
          </a:bodyPr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مخاطب مخامخ په لیکلو اغېز کوي.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 مخاطب پر موضوع او ژبه اغېز لري. 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بیان پر ډول اغېز لري.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کلمو په انتخاب اغېز لري. 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مخاطب ښه پېژندل، له تاسې سره مرسته کوي. 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لوستونکو ته د موضوع رسولو هڅه وکړئ، نه د ځان ښودنې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8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مخاطب د لیکنې تر پیل وړاندې باید وپېژنئ.</a:t>
            </a:r>
            <a:endParaRPr lang="en-US" sz="28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89212" y="776510"/>
            <a:ext cx="8911687" cy="7347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rtl="1"/>
            <a:r>
              <a:rPr lang="ar-SA" sz="4000" b="1" dirty="0">
                <a:solidFill>
                  <a:schemeClr val="tx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لیکوالي او مخاطب</a:t>
            </a:r>
            <a:endParaRPr lang="en-US" sz="4000" dirty="0">
              <a:solidFill>
                <a:schemeClr val="tx1"/>
              </a:solidFill>
              <a:latin typeface="Bahij Badr" panose="02040503050201020203" pitchFamily="18" charset="-78"/>
              <a:cs typeface="Bahij Badr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557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52900"/>
          </a:xfrm>
        </p:spPr>
        <p:txBody>
          <a:bodyPr>
            <a:normAutofit/>
          </a:bodyPr>
          <a:lstStyle/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په معاصره نړۍ کې د لیکوالۍ ارزښت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له مقالې تر ټولنیزو رسنیو او آن تر شخصي مسیجونو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b="1" dirty="0">
                <a:solidFill>
                  <a:schemeClr val="tx1"/>
                </a:solidFill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د څلورو موخو لپاره:  </a:t>
            </a:r>
            <a:endParaRPr lang="en-US" sz="3200" b="1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د پېښو شریکولو لپاره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 د معلومات ورکولو لپاره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 د هڅولو لپاره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r" rtl="1">
              <a:spcBef>
                <a:spcPts val="0"/>
              </a:spcBef>
              <a:spcAft>
                <a:spcPts val="500"/>
              </a:spcAft>
            </a:pPr>
            <a:r>
              <a:rPr lang="ps-AF" sz="3200" dirty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 د بوختولو یا سرګرم کولو لپاره</a:t>
            </a:r>
            <a:endParaRPr lang="en-US" sz="3200" dirty="0">
              <a:solidFill>
                <a:schemeClr val="tx1"/>
              </a:solidFill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89212" y="776510"/>
            <a:ext cx="8911687" cy="73479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rtl="1"/>
            <a:r>
              <a:rPr lang="ar-SA" sz="4000" b="1" dirty="0">
                <a:solidFill>
                  <a:schemeClr val="tx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د لیکوال موخه</a:t>
            </a:r>
            <a:endParaRPr lang="en-US" sz="4000" dirty="0">
              <a:solidFill>
                <a:schemeClr val="tx1"/>
              </a:solidFill>
              <a:latin typeface="Bahij Badr" panose="02040503050201020203" pitchFamily="18" charset="-78"/>
              <a:cs typeface="Bahij Badr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84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9314" y="2133600"/>
            <a:ext cx="6415315" cy="2148114"/>
          </a:xfrm>
        </p:spPr>
        <p:txBody>
          <a:bodyPr>
            <a:normAutofit/>
          </a:bodyPr>
          <a:lstStyle/>
          <a:p>
            <a:pPr marL="0" indent="0" algn="ctr" rtl="1">
              <a:lnSpc>
                <a:spcPct val="150000"/>
              </a:lnSpc>
              <a:buNone/>
            </a:pPr>
            <a:r>
              <a:rPr lang="ps-AF" sz="7200" b="1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پای</a:t>
            </a:r>
            <a:endParaRPr lang="en-US" sz="7200" b="1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029843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128</TotalTime>
  <Words>658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Bahij Badr</vt:lpstr>
      <vt:lpstr>Bahij Nazanin</vt:lpstr>
      <vt:lpstr>Century Gothic</vt:lpstr>
      <vt:lpstr>Wingdings</vt:lpstr>
      <vt:lpstr>Wingdings 3</vt:lpstr>
      <vt:lpstr>Wisp</vt:lpstr>
      <vt:lpstr>دویم لوست </vt:lpstr>
      <vt:lpstr>لیکوالي کسبي ده او که فطري؟</vt:lpstr>
      <vt:lpstr>PowerPoint Presentation</vt:lpstr>
      <vt:lpstr>PowerPoint Presentation</vt:lpstr>
      <vt:lpstr>د لیکوالۍ فرهنګ</vt:lpstr>
      <vt:lpstr>ادامه...</vt:lpstr>
      <vt:lpstr>لیکوالي څنګه پیلولی شو؟ </vt:lpstr>
      <vt:lpstr>PowerPoint Presentation</vt:lpstr>
      <vt:lpstr>PowerPoint Presentation</vt:lpstr>
      <vt:lpstr>لیکوالي او مخاطب</vt:lpstr>
      <vt:lpstr>د لیکوال موخه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لومړی لوست</dc:title>
  <dc:creator>Moorche</dc:creator>
  <cp:lastModifiedBy>Ezatullah Noorzai</cp:lastModifiedBy>
  <cp:revision>53</cp:revision>
  <dcterms:created xsi:type="dcterms:W3CDTF">2024-05-04T17:14:58Z</dcterms:created>
  <dcterms:modified xsi:type="dcterms:W3CDTF">2026-08-16T06:12:39Z</dcterms:modified>
</cp:coreProperties>
</file>