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14"/>
  </p:notesMasterIdLst>
  <p:sldIdLst>
    <p:sldId id="326" r:id="rId2"/>
    <p:sldId id="313" r:id="rId3"/>
    <p:sldId id="283" r:id="rId4"/>
    <p:sldId id="315" r:id="rId5"/>
    <p:sldId id="317" r:id="rId6"/>
    <p:sldId id="319" r:id="rId7"/>
    <p:sldId id="322" r:id="rId8"/>
    <p:sldId id="321" r:id="rId9"/>
    <p:sldId id="320" r:id="rId10"/>
    <p:sldId id="323" r:id="rId11"/>
    <p:sldId id="324" r:id="rId12"/>
    <p:sldId id="261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4D3492-E4F8-4AEA-853A-5F033FF06E96}">
  <a:tblStyle styleId="{CC4D3492-E4F8-4AEA-853A-5F033FF06E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62" autoAdjust="0"/>
    <p:restoredTop sz="94595"/>
  </p:normalViewPr>
  <p:slideViewPr>
    <p:cSldViewPr snapToGrid="0">
      <p:cViewPr varScale="1">
        <p:scale>
          <a:sx n="93" d="100"/>
          <a:sy n="93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b1a8945be4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b1a8945be4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6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8" name="Google Shape;17098;gb1a8945be4_0_18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9" name="Google Shape;17099;gb1a8945be4_0_18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8" name="Google Shape;17098;gb1a8945be4_0_18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9" name="Google Shape;17099;gb1a8945be4_0_18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726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8" name="Google Shape;17098;gb1a8945be4_0_18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9" name="Google Shape;17099;gb1a8945be4_0_18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004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8" name="Google Shape;17098;gb1a8945be4_0_18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9" name="Google Shape;17099;gb1a8945be4_0_18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797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8" name="Google Shape;17098;gb1a8945be4_0_18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9" name="Google Shape;17099;gb1a8945be4_0_18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036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8" name="Google Shape;17098;gb1a8945be4_0_18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9" name="Google Shape;17099;gb1a8945be4_0_18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029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8" name="Google Shape;17098;gb1a8945be4_0_18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9" name="Google Shape;17099;gb1a8945be4_0_18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693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8" name="Google Shape;17098;gb1a8945be4_0_18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9" name="Google Shape;17099;gb1a8945be4_0_18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520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8" name="Google Shape;17098;gb1a8945be4_0_18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9" name="Google Shape;17099;gb1a8945be4_0_18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968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4" name="Google Shape;8684;gb179643f6e_0_5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5" name="Google Shape;8685;gb179643f6e_0_5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2233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662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8367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879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711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8316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73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8448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472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9241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653336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9873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344976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933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46591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9108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oboto"/>
              <a:buAutoNum type="arabicPeriod"/>
              <a:defRPr sz="12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rgbClr val="1A3F61"/>
              </a:buClr>
              <a:buSzPts val="1000"/>
              <a:buFont typeface="Muli"/>
              <a:buAutoNum type="alphaLcPeriod"/>
              <a:defRPr/>
            </a:lvl2pPr>
            <a:lvl3pPr marL="1371600" lvl="2" indent="-292100">
              <a:spcBef>
                <a:spcPts val="1600"/>
              </a:spcBef>
              <a:spcAft>
                <a:spcPts val="0"/>
              </a:spcAft>
              <a:buClr>
                <a:srgbClr val="1A3F61"/>
              </a:buClr>
              <a:buSzPts val="1000"/>
              <a:buFont typeface="Muli"/>
              <a:buAutoNum type="romanLcPeriod"/>
              <a:defRPr/>
            </a:lvl3pPr>
            <a:lvl4pPr marL="1828800" lvl="3" indent="-292100">
              <a:spcBef>
                <a:spcPts val="1600"/>
              </a:spcBef>
              <a:spcAft>
                <a:spcPts val="0"/>
              </a:spcAft>
              <a:buClr>
                <a:srgbClr val="1A3F61"/>
              </a:buClr>
              <a:buSzPts val="1000"/>
              <a:buFont typeface="Muli"/>
              <a:buAutoNum type="arabicPeriod"/>
              <a:defRPr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Clr>
                <a:srgbClr val="1A3F61"/>
              </a:buClr>
              <a:buSzPts val="1000"/>
              <a:buFont typeface="Muli"/>
              <a:buAutoNum type="alphaLcPeriod"/>
              <a:defRPr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Clr>
                <a:srgbClr val="1A3F61"/>
              </a:buClr>
              <a:buSzPts val="1000"/>
              <a:buFont typeface="Muli"/>
              <a:buAutoNum type="romanLcPeriod"/>
              <a:defRPr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Clr>
                <a:srgbClr val="1A3F61"/>
              </a:buClr>
              <a:buSzPts val="1000"/>
              <a:buFont typeface="Muli"/>
              <a:buAutoNum type="arabicPeriod"/>
              <a:defRPr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Clr>
                <a:srgbClr val="1A3F61"/>
              </a:buClr>
              <a:buSzPts val="1000"/>
              <a:buFont typeface="Muli"/>
              <a:buAutoNum type="alphaLcPeriod"/>
              <a:defRPr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Clr>
                <a:srgbClr val="1A3F61"/>
              </a:buClr>
              <a:buSzPts val="1000"/>
              <a:buFont typeface="Muli"/>
              <a:buAutoNum type="romanLcPeriod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41657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Title and lis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1094225" y="884575"/>
            <a:ext cx="40701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ubTitle" idx="1"/>
          </p:nvPr>
        </p:nvSpPr>
        <p:spPr>
          <a:xfrm>
            <a:off x="1094225" y="1887425"/>
            <a:ext cx="4070100" cy="24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  <a:defRPr sz="1400"/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1B1B64"/>
              </a:buClr>
              <a:buSzPts val="1400"/>
              <a:buFont typeface="Rubik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9271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2340425" y="2699163"/>
            <a:ext cx="456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ubTitle" idx="1"/>
          </p:nvPr>
        </p:nvSpPr>
        <p:spPr>
          <a:xfrm>
            <a:off x="2340425" y="1643038"/>
            <a:ext cx="4566000" cy="11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579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89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1902" y="468083"/>
            <a:ext cx="4941899" cy="518237"/>
          </a:xfrm>
        </p:spPr>
        <p:txBody>
          <a:bodyPr>
            <a:normAutofit/>
          </a:bodyPr>
          <a:lstStyle/>
          <a:p>
            <a:pPr algn="ctr" rtl="1"/>
            <a:r>
              <a:rPr lang="ps-AF" sz="2800" b="1" dirty="0" smtClean="0">
                <a:latin typeface="Bahij Nazanin" panose="02040503050201020203" pitchFamily="18" charset="-78"/>
                <a:cs typeface="Bahij Nazanin" panose="02040503050201020203" pitchFamily="18" charset="-78"/>
              </a:rPr>
              <a:t>شپږم</a:t>
            </a:r>
            <a:r>
              <a:rPr lang="ps-AF" sz="2800" b="1" dirty="0" smtClean="0">
                <a:latin typeface="Bahij Nazanin" panose="02040503050201020203" pitchFamily="18" charset="-78"/>
                <a:cs typeface="Bahij Nazanin" panose="02040503050201020203" pitchFamily="18" charset="-78"/>
              </a:rPr>
              <a:t> </a:t>
            </a:r>
            <a:r>
              <a:rPr lang="ps-AF" sz="2800" b="1" dirty="0" smtClean="0">
                <a:latin typeface="Bahij Nazanin" panose="02040503050201020203" pitchFamily="18" charset="-78"/>
                <a:cs typeface="Bahij Nazanin" panose="02040503050201020203" pitchFamily="18" charset="-78"/>
              </a:rPr>
              <a:t>لوست</a:t>
            </a:r>
            <a:endParaRPr lang="en-US" sz="2800" b="1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5653" y="1281701"/>
            <a:ext cx="5761969" cy="253001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ps-AF" sz="20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دلته د لاندې موضوعاتو په اړه بحث کوو:</a:t>
            </a:r>
          </a:p>
          <a:p>
            <a:pPr marL="0" algn="just" rtl="1">
              <a:lnSpc>
                <a:spcPct val="150000"/>
              </a:lnSpc>
              <a:spcBef>
                <a:spcPts val="0"/>
              </a:spcBef>
            </a:pPr>
            <a:r>
              <a:rPr lang="ps-AF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د لیکنې د جوړښت پېژندل مهم دي؟</a:t>
            </a:r>
          </a:p>
          <a:p>
            <a:pPr algn="r" rtl="1"/>
            <a:r>
              <a:rPr lang="ps-AF" sz="2000" dirty="0">
                <a:solidFill>
                  <a:schemeClr val="tx1"/>
                </a:solidFill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د لیکنې څلور </a:t>
            </a:r>
            <a:r>
              <a:rPr lang="ps-AF" sz="2000" dirty="0" smtClean="0">
                <a:solidFill>
                  <a:schemeClr val="tx1"/>
                </a:solidFill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برخې</a:t>
            </a:r>
          </a:p>
          <a:p>
            <a:pPr algn="r" rtl="1"/>
            <a:r>
              <a:rPr lang="ps-AF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سرلیک یا عنوان</a:t>
            </a:r>
            <a:endParaRPr lang="ps-AF" sz="2000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marL="0" indent="0" algn="r" rtl="1">
              <a:buNone/>
            </a:pPr>
            <a:endParaRPr lang="en-US" sz="20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40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DB101F-DFDF-7AF5-C87F-83F206F8DC89}"/>
              </a:ext>
            </a:extLst>
          </p:cNvPr>
          <p:cNvSpPr txBox="1"/>
          <p:nvPr/>
        </p:nvSpPr>
        <p:spPr>
          <a:xfrm>
            <a:off x="1005142" y="602455"/>
            <a:ext cx="709881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s-AF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د لیکنې د جوړښت پېژندل مهم دي؟</a:t>
            </a: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s-AF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-    لیکنې ته نظم او انسجام ورکوي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s-AF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-    موضوع په داسې ترتیب سره پکې بیانېږي چې لوستونکي قانع کوي.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s-AF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-    لیکوال موخې ته رسېږي.</a:t>
            </a: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s-AF" sz="2400" dirty="0"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- </a:t>
            </a:r>
            <a:r>
              <a:rPr lang="ps-AF" sz="2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ps-AF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لوستونکی له کډوډویو سره نه مخ کېږي.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40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1" name="Google Shape;17141;p58"/>
          <p:cNvSpPr txBox="1">
            <a:spLocks noGrp="1"/>
          </p:cNvSpPr>
          <p:nvPr>
            <p:ph type="title"/>
          </p:nvPr>
        </p:nvSpPr>
        <p:spPr>
          <a:xfrm>
            <a:off x="2784297" y="174661"/>
            <a:ext cx="3910963" cy="7191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1">
              <a:lnSpc>
                <a:spcPct val="200000"/>
              </a:lnSpc>
            </a:pPr>
            <a:r>
              <a:rPr lang="ps-AF" b="1" dirty="0">
                <a:effectLst/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د لیکنې څلور برخې</a:t>
            </a:r>
            <a:r>
              <a:rPr lang="en-US" dirty="0">
                <a:effectLst/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/>
            </a:r>
            <a:br>
              <a:rPr lang="en-US" dirty="0">
                <a:effectLst/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</a:br>
            <a:endParaRPr lang="ps-AF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17142" name="Google Shape;17142;p58"/>
          <p:cNvSpPr txBox="1">
            <a:spLocks noGrp="1"/>
          </p:cNvSpPr>
          <p:nvPr>
            <p:ph type="subTitle" idx="1"/>
          </p:nvPr>
        </p:nvSpPr>
        <p:spPr>
          <a:xfrm>
            <a:off x="1222625" y="1522596"/>
            <a:ext cx="7222416" cy="3152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000" dirty="0"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۱</a:t>
            </a:r>
            <a:r>
              <a:rPr lang="ps-AF" sz="2000" dirty="0"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- </a:t>
            </a:r>
            <a:r>
              <a:rPr lang="ps-AF" sz="2000" dirty="0">
                <a:effectLst/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سرلیک یا عنوان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 ۲- پیلیزه (سریزه) یا پيلامه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۳- تنه 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۴- پایله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Calibri" panose="020F0502020204030204" pitchFamily="34" charset="0"/>
                <a:cs typeface="Bahij Nazanin" panose="02040503050201020203" pitchFamily="18" charset="-78"/>
              </a:rPr>
              <a:t>څېړنیزې علمي لیکنې بیا پر دغو څلورو برخو سربېره، لنډیز، کلیدي وییونه او اخځونه هم لري.‌ 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</p:txBody>
      </p:sp>
      <p:sp>
        <p:nvSpPr>
          <p:cNvPr id="17183" name="Google Shape;17183;p58"/>
          <p:cNvSpPr/>
          <p:nvPr/>
        </p:nvSpPr>
        <p:spPr>
          <a:xfrm>
            <a:off x="1129437" y="4675550"/>
            <a:ext cx="6885124" cy="32550"/>
          </a:xfrm>
          <a:custGeom>
            <a:avLst/>
            <a:gdLst/>
            <a:ahLst/>
            <a:cxnLst/>
            <a:rect l="l" t="t" r="r" b="b"/>
            <a:pathLst>
              <a:path w="57726" h="379" extrusionOk="0">
                <a:moveTo>
                  <a:pt x="34730" y="0"/>
                </a:moveTo>
                <a:lnTo>
                  <a:pt x="32728" y="4"/>
                </a:lnTo>
                <a:cubicBezTo>
                  <a:pt x="30012" y="12"/>
                  <a:pt x="27201" y="17"/>
                  <a:pt x="24341" y="29"/>
                </a:cubicBezTo>
                <a:cubicBezTo>
                  <a:pt x="23545" y="33"/>
                  <a:pt x="22774" y="41"/>
                  <a:pt x="22019" y="41"/>
                </a:cubicBezTo>
                <a:cubicBezTo>
                  <a:pt x="21939" y="42"/>
                  <a:pt x="21859" y="42"/>
                  <a:pt x="21779" y="42"/>
                </a:cubicBezTo>
                <a:cubicBezTo>
                  <a:pt x="21119" y="42"/>
                  <a:pt x="20453" y="28"/>
                  <a:pt x="19762" y="21"/>
                </a:cubicBezTo>
                <a:cubicBezTo>
                  <a:pt x="19372" y="12"/>
                  <a:pt x="18982" y="12"/>
                  <a:pt x="18580" y="12"/>
                </a:cubicBezTo>
                <a:cubicBezTo>
                  <a:pt x="18174" y="17"/>
                  <a:pt x="17784" y="21"/>
                  <a:pt x="17411" y="29"/>
                </a:cubicBezTo>
                <a:cubicBezTo>
                  <a:pt x="16797" y="39"/>
                  <a:pt x="16240" y="52"/>
                  <a:pt x="15692" y="52"/>
                </a:cubicBezTo>
                <a:cubicBezTo>
                  <a:pt x="15565" y="52"/>
                  <a:pt x="15440" y="51"/>
                  <a:pt x="15314" y="49"/>
                </a:cubicBezTo>
                <a:cubicBezTo>
                  <a:pt x="14624" y="45"/>
                  <a:pt x="13931" y="33"/>
                  <a:pt x="13221" y="25"/>
                </a:cubicBezTo>
                <a:cubicBezTo>
                  <a:pt x="12864" y="23"/>
                  <a:pt x="12512" y="22"/>
                  <a:pt x="12167" y="22"/>
                </a:cubicBezTo>
                <a:cubicBezTo>
                  <a:pt x="11822" y="22"/>
                  <a:pt x="11483" y="23"/>
                  <a:pt x="11153" y="25"/>
                </a:cubicBezTo>
                <a:cubicBezTo>
                  <a:pt x="10493" y="29"/>
                  <a:pt x="9881" y="29"/>
                  <a:pt x="9278" y="29"/>
                </a:cubicBezTo>
                <a:cubicBezTo>
                  <a:pt x="8642" y="29"/>
                  <a:pt x="8043" y="33"/>
                  <a:pt x="7485" y="37"/>
                </a:cubicBezTo>
                <a:cubicBezTo>
                  <a:pt x="6927" y="41"/>
                  <a:pt x="6389" y="41"/>
                  <a:pt x="5913" y="41"/>
                </a:cubicBezTo>
                <a:cubicBezTo>
                  <a:pt x="5429" y="37"/>
                  <a:pt x="4953" y="33"/>
                  <a:pt x="4489" y="29"/>
                </a:cubicBezTo>
                <a:cubicBezTo>
                  <a:pt x="4026" y="21"/>
                  <a:pt x="3579" y="21"/>
                  <a:pt x="3156" y="21"/>
                </a:cubicBezTo>
                <a:cubicBezTo>
                  <a:pt x="2754" y="25"/>
                  <a:pt x="2393" y="29"/>
                  <a:pt x="2064" y="33"/>
                </a:cubicBezTo>
                <a:cubicBezTo>
                  <a:pt x="755" y="53"/>
                  <a:pt x="9" y="86"/>
                  <a:pt x="5" y="136"/>
                </a:cubicBezTo>
                <a:cubicBezTo>
                  <a:pt x="0" y="189"/>
                  <a:pt x="751" y="214"/>
                  <a:pt x="2073" y="218"/>
                </a:cubicBezTo>
                <a:cubicBezTo>
                  <a:pt x="2401" y="222"/>
                  <a:pt x="2770" y="222"/>
                  <a:pt x="3164" y="222"/>
                </a:cubicBezTo>
                <a:cubicBezTo>
                  <a:pt x="3529" y="222"/>
                  <a:pt x="3935" y="230"/>
                  <a:pt x="4387" y="234"/>
                </a:cubicBezTo>
                <a:cubicBezTo>
                  <a:pt x="4842" y="238"/>
                  <a:pt x="5347" y="250"/>
                  <a:pt x="5905" y="250"/>
                </a:cubicBezTo>
                <a:cubicBezTo>
                  <a:pt x="6471" y="250"/>
                  <a:pt x="7029" y="246"/>
                  <a:pt x="7604" y="238"/>
                </a:cubicBezTo>
                <a:cubicBezTo>
                  <a:pt x="8182" y="234"/>
                  <a:pt x="8765" y="226"/>
                  <a:pt x="9356" y="226"/>
                </a:cubicBezTo>
                <a:cubicBezTo>
                  <a:pt x="9996" y="222"/>
                  <a:pt x="10648" y="214"/>
                  <a:pt x="11301" y="209"/>
                </a:cubicBezTo>
                <a:cubicBezTo>
                  <a:pt x="11781" y="203"/>
                  <a:pt x="12251" y="200"/>
                  <a:pt x="12727" y="200"/>
                </a:cubicBezTo>
                <a:cubicBezTo>
                  <a:pt x="12902" y="200"/>
                  <a:pt x="13077" y="200"/>
                  <a:pt x="13254" y="201"/>
                </a:cubicBezTo>
                <a:cubicBezTo>
                  <a:pt x="13923" y="205"/>
                  <a:pt x="14637" y="214"/>
                  <a:pt x="15400" y="214"/>
                </a:cubicBezTo>
                <a:cubicBezTo>
                  <a:pt x="15469" y="214"/>
                  <a:pt x="15538" y="214"/>
                  <a:pt x="15607" y="214"/>
                </a:cubicBezTo>
                <a:cubicBezTo>
                  <a:pt x="16324" y="214"/>
                  <a:pt x="17030" y="196"/>
                  <a:pt x="17677" y="181"/>
                </a:cubicBezTo>
                <a:cubicBezTo>
                  <a:pt x="18038" y="172"/>
                  <a:pt x="18387" y="168"/>
                  <a:pt x="18728" y="168"/>
                </a:cubicBezTo>
                <a:cubicBezTo>
                  <a:pt x="19077" y="168"/>
                  <a:pt x="19442" y="168"/>
                  <a:pt x="19815" y="172"/>
                </a:cubicBezTo>
                <a:cubicBezTo>
                  <a:pt x="20558" y="185"/>
                  <a:pt x="21358" y="197"/>
                  <a:pt x="22170" y="197"/>
                </a:cubicBezTo>
                <a:cubicBezTo>
                  <a:pt x="22966" y="197"/>
                  <a:pt x="23746" y="189"/>
                  <a:pt x="24509" y="189"/>
                </a:cubicBezTo>
                <a:lnTo>
                  <a:pt x="32847" y="218"/>
                </a:lnTo>
                <a:lnTo>
                  <a:pt x="34833" y="222"/>
                </a:lnTo>
                <a:cubicBezTo>
                  <a:pt x="35444" y="226"/>
                  <a:pt x="36076" y="234"/>
                  <a:pt x="36704" y="242"/>
                </a:cubicBezTo>
                <a:cubicBezTo>
                  <a:pt x="37336" y="250"/>
                  <a:pt x="38013" y="255"/>
                  <a:pt x="38616" y="255"/>
                </a:cubicBezTo>
                <a:lnTo>
                  <a:pt x="41189" y="255"/>
                </a:lnTo>
                <a:cubicBezTo>
                  <a:pt x="41452" y="259"/>
                  <a:pt x="41694" y="259"/>
                  <a:pt x="41948" y="263"/>
                </a:cubicBezTo>
                <a:cubicBezTo>
                  <a:pt x="42449" y="271"/>
                  <a:pt x="42953" y="279"/>
                  <a:pt x="43450" y="287"/>
                </a:cubicBezTo>
                <a:lnTo>
                  <a:pt x="44193" y="300"/>
                </a:lnTo>
                <a:lnTo>
                  <a:pt x="44898" y="300"/>
                </a:lnTo>
                <a:lnTo>
                  <a:pt x="46142" y="312"/>
                </a:lnTo>
                <a:cubicBezTo>
                  <a:pt x="46917" y="316"/>
                  <a:pt x="47594" y="320"/>
                  <a:pt x="48140" y="324"/>
                </a:cubicBezTo>
                <a:lnTo>
                  <a:pt x="49404" y="341"/>
                </a:lnTo>
                <a:lnTo>
                  <a:pt x="51156" y="357"/>
                </a:lnTo>
                <a:cubicBezTo>
                  <a:pt x="51468" y="359"/>
                  <a:pt x="51764" y="360"/>
                  <a:pt x="52045" y="360"/>
                </a:cubicBezTo>
                <a:cubicBezTo>
                  <a:pt x="52325" y="360"/>
                  <a:pt x="52590" y="359"/>
                  <a:pt x="52838" y="357"/>
                </a:cubicBezTo>
                <a:cubicBezTo>
                  <a:pt x="53339" y="353"/>
                  <a:pt x="53786" y="353"/>
                  <a:pt x="54172" y="353"/>
                </a:cubicBezTo>
                <a:cubicBezTo>
                  <a:pt x="54562" y="353"/>
                  <a:pt x="54947" y="357"/>
                  <a:pt x="55296" y="365"/>
                </a:cubicBezTo>
                <a:cubicBezTo>
                  <a:pt x="55872" y="372"/>
                  <a:pt x="56377" y="379"/>
                  <a:pt x="56773" y="379"/>
                </a:cubicBezTo>
                <a:cubicBezTo>
                  <a:pt x="56862" y="379"/>
                  <a:pt x="56946" y="378"/>
                  <a:pt x="57024" y="378"/>
                </a:cubicBezTo>
                <a:cubicBezTo>
                  <a:pt x="57442" y="378"/>
                  <a:pt x="57680" y="365"/>
                  <a:pt x="57705" y="345"/>
                </a:cubicBezTo>
                <a:cubicBezTo>
                  <a:pt x="57725" y="324"/>
                  <a:pt x="57541" y="300"/>
                  <a:pt x="57179" y="271"/>
                </a:cubicBezTo>
                <a:cubicBezTo>
                  <a:pt x="56822" y="242"/>
                  <a:pt x="56297" y="205"/>
                  <a:pt x="55579" y="168"/>
                </a:cubicBezTo>
                <a:cubicBezTo>
                  <a:pt x="55218" y="148"/>
                  <a:pt x="54804" y="131"/>
                  <a:pt x="54328" y="119"/>
                </a:cubicBezTo>
                <a:cubicBezTo>
                  <a:pt x="53852" y="107"/>
                  <a:pt x="53343" y="99"/>
                  <a:pt x="52834" y="95"/>
                </a:cubicBezTo>
                <a:cubicBezTo>
                  <a:pt x="52325" y="90"/>
                  <a:pt x="51812" y="90"/>
                  <a:pt x="51316" y="82"/>
                </a:cubicBezTo>
                <a:cubicBezTo>
                  <a:pt x="50766" y="74"/>
                  <a:pt x="50167" y="66"/>
                  <a:pt x="49556" y="58"/>
                </a:cubicBezTo>
                <a:lnTo>
                  <a:pt x="48263" y="45"/>
                </a:lnTo>
                <a:cubicBezTo>
                  <a:pt x="47697" y="41"/>
                  <a:pt x="47007" y="41"/>
                  <a:pt x="46211" y="37"/>
                </a:cubicBezTo>
                <a:lnTo>
                  <a:pt x="44935" y="33"/>
                </a:lnTo>
                <a:lnTo>
                  <a:pt x="44271" y="33"/>
                </a:lnTo>
                <a:cubicBezTo>
                  <a:pt x="44049" y="33"/>
                  <a:pt x="43815" y="29"/>
                  <a:pt x="43577" y="25"/>
                </a:cubicBezTo>
                <a:cubicBezTo>
                  <a:pt x="43097" y="21"/>
                  <a:pt x="42576" y="12"/>
                  <a:pt x="42014" y="8"/>
                </a:cubicBezTo>
                <a:cubicBezTo>
                  <a:pt x="41822" y="7"/>
                  <a:pt x="41630" y="7"/>
                  <a:pt x="41437" y="7"/>
                </a:cubicBezTo>
                <a:cubicBezTo>
                  <a:pt x="41051" y="7"/>
                  <a:pt x="40664" y="8"/>
                  <a:pt x="40278" y="8"/>
                </a:cubicBezTo>
                <a:lnTo>
                  <a:pt x="38514" y="17"/>
                </a:lnTo>
                <a:cubicBezTo>
                  <a:pt x="38339" y="18"/>
                  <a:pt x="38168" y="18"/>
                  <a:pt x="37996" y="18"/>
                </a:cubicBezTo>
                <a:cubicBezTo>
                  <a:pt x="37581" y="18"/>
                  <a:pt x="37166" y="15"/>
                  <a:pt x="36716" y="12"/>
                </a:cubicBezTo>
                <a:cubicBezTo>
                  <a:pt x="36093" y="8"/>
                  <a:pt x="35428" y="0"/>
                  <a:pt x="347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1" name="Google Shape;17141;p58"/>
          <p:cNvSpPr txBox="1">
            <a:spLocks noGrp="1"/>
          </p:cNvSpPr>
          <p:nvPr>
            <p:ph type="title"/>
          </p:nvPr>
        </p:nvSpPr>
        <p:spPr>
          <a:xfrm>
            <a:off x="3178797" y="539927"/>
            <a:ext cx="5406908" cy="12738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ps-AF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سرلیک یا عنوان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42" name="Google Shape;17142;p58"/>
          <p:cNvSpPr txBox="1">
            <a:spLocks noGrp="1"/>
          </p:cNvSpPr>
          <p:nvPr>
            <p:ph type="subTitle" idx="1"/>
          </p:nvPr>
        </p:nvSpPr>
        <p:spPr>
          <a:xfrm>
            <a:off x="2301411" y="1482979"/>
            <a:ext cx="6338840" cy="27483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s-AF" sz="2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- </a:t>
            </a:r>
            <a:r>
              <a:rPr lang="ps-AF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لوستونکي لومړی له سرلیک سره مخ کېږي.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s-AF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- که سرلیک جذاب او پر معیارونو برابر وي، نو لوستونکي به لیکنه ولولي.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s-AF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 - که سرلیک ستونزه ولري، نو لوستونکی له سرلیک </a:t>
            </a:r>
            <a:r>
              <a:rPr lang="ps-AF" sz="2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لوستلو </a:t>
            </a:r>
            <a:r>
              <a:rPr lang="ps-AF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سره سم پښېمانه کېږي او لیکنه نه لولي.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83" name="Google Shape;17183;p58"/>
          <p:cNvSpPr/>
          <p:nvPr/>
        </p:nvSpPr>
        <p:spPr>
          <a:xfrm>
            <a:off x="1129437" y="4675550"/>
            <a:ext cx="6885124" cy="32550"/>
          </a:xfrm>
          <a:custGeom>
            <a:avLst/>
            <a:gdLst/>
            <a:ahLst/>
            <a:cxnLst/>
            <a:rect l="l" t="t" r="r" b="b"/>
            <a:pathLst>
              <a:path w="57726" h="379" extrusionOk="0">
                <a:moveTo>
                  <a:pt x="34730" y="0"/>
                </a:moveTo>
                <a:lnTo>
                  <a:pt x="32728" y="4"/>
                </a:lnTo>
                <a:cubicBezTo>
                  <a:pt x="30012" y="12"/>
                  <a:pt x="27201" y="17"/>
                  <a:pt x="24341" y="29"/>
                </a:cubicBezTo>
                <a:cubicBezTo>
                  <a:pt x="23545" y="33"/>
                  <a:pt x="22774" y="41"/>
                  <a:pt x="22019" y="41"/>
                </a:cubicBezTo>
                <a:cubicBezTo>
                  <a:pt x="21939" y="42"/>
                  <a:pt x="21859" y="42"/>
                  <a:pt x="21779" y="42"/>
                </a:cubicBezTo>
                <a:cubicBezTo>
                  <a:pt x="21119" y="42"/>
                  <a:pt x="20453" y="28"/>
                  <a:pt x="19762" y="21"/>
                </a:cubicBezTo>
                <a:cubicBezTo>
                  <a:pt x="19372" y="12"/>
                  <a:pt x="18982" y="12"/>
                  <a:pt x="18580" y="12"/>
                </a:cubicBezTo>
                <a:cubicBezTo>
                  <a:pt x="18174" y="17"/>
                  <a:pt x="17784" y="21"/>
                  <a:pt x="17411" y="29"/>
                </a:cubicBezTo>
                <a:cubicBezTo>
                  <a:pt x="16797" y="39"/>
                  <a:pt x="16240" y="52"/>
                  <a:pt x="15692" y="52"/>
                </a:cubicBezTo>
                <a:cubicBezTo>
                  <a:pt x="15565" y="52"/>
                  <a:pt x="15440" y="51"/>
                  <a:pt x="15314" y="49"/>
                </a:cubicBezTo>
                <a:cubicBezTo>
                  <a:pt x="14624" y="45"/>
                  <a:pt x="13931" y="33"/>
                  <a:pt x="13221" y="25"/>
                </a:cubicBezTo>
                <a:cubicBezTo>
                  <a:pt x="12864" y="23"/>
                  <a:pt x="12512" y="22"/>
                  <a:pt x="12167" y="22"/>
                </a:cubicBezTo>
                <a:cubicBezTo>
                  <a:pt x="11822" y="22"/>
                  <a:pt x="11483" y="23"/>
                  <a:pt x="11153" y="25"/>
                </a:cubicBezTo>
                <a:cubicBezTo>
                  <a:pt x="10493" y="29"/>
                  <a:pt x="9881" y="29"/>
                  <a:pt x="9278" y="29"/>
                </a:cubicBezTo>
                <a:cubicBezTo>
                  <a:pt x="8642" y="29"/>
                  <a:pt x="8043" y="33"/>
                  <a:pt x="7485" y="37"/>
                </a:cubicBezTo>
                <a:cubicBezTo>
                  <a:pt x="6927" y="41"/>
                  <a:pt x="6389" y="41"/>
                  <a:pt x="5913" y="41"/>
                </a:cubicBezTo>
                <a:cubicBezTo>
                  <a:pt x="5429" y="37"/>
                  <a:pt x="4953" y="33"/>
                  <a:pt x="4489" y="29"/>
                </a:cubicBezTo>
                <a:cubicBezTo>
                  <a:pt x="4026" y="21"/>
                  <a:pt x="3579" y="21"/>
                  <a:pt x="3156" y="21"/>
                </a:cubicBezTo>
                <a:cubicBezTo>
                  <a:pt x="2754" y="25"/>
                  <a:pt x="2393" y="29"/>
                  <a:pt x="2064" y="33"/>
                </a:cubicBezTo>
                <a:cubicBezTo>
                  <a:pt x="755" y="53"/>
                  <a:pt x="9" y="86"/>
                  <a:pt x="5" y="136"/>
                </a:cubicBezTo>
                <a:cubicBezTo>
                  <a:pt x="0" y="189"/>
                  <a:pt x="751" y="214"/>
                  <a:pt x="2073" y="218"/>
                </a:cubicBezTo>
                <a:cubicBezTo>
                  <a:pt x="2401" y="222"/>
                  <a:pt x="2770" y="222"/>
                  <a:pt x="3164" y="222"/>
                </a:cubicBezTo>
                <a:cubicBezTo>
                  <a:pt x="3529" y="222"/>
                  <a:pt x="3935" y="230"/>
                  <a:pt x="4387" y="234"/>
                </a:cubicBezTo>
                <a:cubicBezTo>
                  <a:pt x="4842" y="238"/>
                  <a:pt x="5347" y="250"/>
                  <a:pt x="5905" y="250"/>
                </a:cubicBezTo>
                <a:cubicBezTo>
                  <a:pt x="6471" y="250"/>
                  <a:pt x="7029" y="246"/>
                  <a:pt x="7604" y="238"/>
                </a:cubicBezTo>
                <a:cubicBezTo>
                  <a:pt x="8182" y="234"/>
                  <a:pt x="8765" y="226"/>
                  <a:pt x="9356" y="226"/>
                </a:cubicBezTo>
                <a:cubicBezTo>
                  <a:pt x="9996" y="222"/>
                  <a:pt x="10648" y="214"/>
                  <a:pt x="11301" y="209"/>
                </a:cubicBezTo>
                <a:cubicBezTo>
                  <a:pt x="11781" y="203"/>
                  <a:pt x="12251" y="200"/>
                  <a:pt x="12727" y="200"/>
                </a:cubicBezTo>
                <a:cubicBezTo>
                  <a:pt x="12902" y="200"/>
                  <a:pt x="13077" y="200"/>
                  <a:pt x="13254" y="201"/>
                </a:cubicBezTo>
                <a:cubicBezTo>
                  <a:pt x="13923" y="205"/>
                  <a:pt x="14637" y="214"/>
                  <a:pt x="15400" y="214"/>
                </a:cubicBezTo>
                <a:cubicBezTo>
                  <a:pt x="15469" y="214"/>
                  <a:pt x="15538" y="214"/>
                  <a:pt x="15607" y="214"/>
                </a:cubicBezTo>
                <a:cubicBezTo>
                  <a:pt x="16324" y="214"/>
                  <a:pt x="17030" y="196"/>
                  <a:pt x="17677" y="181"/>
                </a:cubicBezTo>
                <a:cubicBezTo>
                  <a:pt x="18038" y="172"/>
                  <a:pt x="18387" y="168"/>
                  <a:pt x="18728" y="168"/>
                </a:cubicBezTo>
                <a:cubicBezTo>
                  <a:pt x="19077" y="168"/>
                  <a:pt x="19442" y="168"/>
                  <a:pt x="19815" y="172"/>
                </a:cubicBezTo>
                <a:cubicBezTo>
                  <a:pt x="20558" y="185"/>
                  <a:pt x="21358" y="197"/>
                  <a:pt x="22170" y="197"/>
                </a:cubicBezTo>
                <a:cubicBezTo>
                  <a:pt x="22966" y="197"/>
                  <a:pt x="23746" y="189"/>
                  <a:pt x="24509" y="189"/>
                </a:cubicBezTo>
                <a:lnTo>
                  <a:pt x="32847" y="218"/>
                </a:lnTo>
                <a:lnTo>
                  <a:pt x="34833" y="222"/>
                </a:lnTo>
                <a:cubicBezTo>
                  <a:pt x="35444" y="226"/>
                  <a:pt x="36076" y="234"/>
                  <a:pt x="36704" y="242"/>
                </a:cubicBezTo>
                <a:cubicBezTo>
                  <a:pt x="37336" y="250"/>
                  <a:pt x="38013" y="255"/>
                  <a:pt x="38616" y="255"/>
                </a:cubicBezTo>
                <a:lnTo>
                  <a:pt x="41189" y="255"/>
                </a:lnTo>
                <a:cubicBezTo>
                  <a:pt x="41452" y="259"/>
                  <a:pt x="41694" y="259"/>
                  <a:pt x="41948" y="263"/>
                </a:cubicBezTo>
                <a:cubicBezTo>
                  <a:pt x="42449" y="271"/>
                  <a:pt x="42953" y="279"/>
                  <a:pt x="43450" y="287"/>
                </a:cubicBezTo>
                <a:lnTo>
                  <a:pt x="44193" y="300"/>
                </a:lnTo>
                <a:lnTo>
                  <a:pt x="44898" y="300"/>
                </a:lnTo>
                <a:lnTo>
                  <a:pt x="46142" y="312"/>
                </a:lnTo>
                <a:cubicBezTo>
                  <a:pt x="46917" y="316"/>
                  <a:pt x="47594" y="320"/>
                  <a:pt x="48140" y="324"/>
                </a:cubicBezTo>
                <a:lnTo>
                  <a:pt x="49404" y="341"/>
                </a:lnTo>
                <a:lnTo>
                  <a:pt x="51156" y="357"/>
                </a:lnTo>
                <a:cubicBezTo>
                  <a:pt x="51468" y="359"/>
                  <a:pt x="51764" y="360"/>
                  <a:pt x="52045" y="360"/>
                </a:cubicBezTo>
                <a:cubicBezTo>
                  <a:pt x="52325" y="360"/>
                  <a:pt x="52590" y="359"/>
                  <a:pt x="52838" y="357"/>
                </a:cubicBezTo>
                <a:cubicBezTo>
                  <a:pt x="53339" y="353"/>
                  <a:pt x="53786" y="353"/>
                  <a:pt x="54172" y="353"/>
                </a:cubicBezTo>
                <a:cubicBezTo>
                  <a:pt x="54562" y="353"/>
                  <a:pt x="54947" y="357"/>
                  <a:pt x="55296" y="365"/>
                </a:cubicBezTo>
                <a:cubicBezTo>
                  <a:pt x="55872" y="372"/>
                  <a:pt x="56377" y="379"/>
                  <a:pt x="56773" y="379"/>
                </a:cubicBezTo>
                <a:cubicBezTo>
                  <a:pt x="56862" y="379"/>
                  <a:pt x="56946" y="378"/>
                  <a:pt x="57024" y="378"/>
                </a:cubicBezTo>
                <a:cubicBezTo>
                  <a:pt x="57442" y="378"/>
                  <a:pt x="57680" y="365"/>
                  <a:pt x="57705" y="345"/>
                </a:cubicBezTo>
                <a:cubicBezTo>
                  <a:pt x="57725" y="324"/>
                  <a:pt x="57541" y="300"/>
                  <a:pt x="57179" y="271"/>
                </a:cubicBezTo>
                <a:cubicBezTo>
                  <a:pt x="56822" y="242"/>
                  <a:pt x="56297" y="205"/>
                  <a:pt x="55579" y="168"/>
                </a:cubicBezTo>
                <a:cubicBezTo>
                  <a:pt x="55218" y="148"/>
                  <a:pt x="54804" y="131"/>
                  <a:pt x="54328" y="119"/>
                </a:cubicBezTo>
                <a:cubicBezTo>
                  <a:pt x="53852" y="107"/>
                  <a:pt x="53343" y="99"/>
                  <a:pt x="52834" y="95"/>
                </a:cubicBezTo>
                <a:cubicBezTo>
                  <a:pt x="52325" y="90"/>
                  <a:pt x="51812" y="90"/>
                  <a:pt x="51316" y="82"/>
                </a:cubicBezTo>
                <a:cubicBezTo>
                  <a:pt x="50766" y="74"/>
                  <a:pt x="50167" y="66"/>
                  <a:pt x="49556" y="58"/>
                </a:cubicBezTo>
                <a:lnTo>
                  <a:pt x="48263" y="45"/>
                </a:lnTo>
                <a:cubicBezTo>
                  <a:pt x="47697" y="41"/>
                  <a:pt x="47007" y="41"/>
                  <a:pt x="46211" y="37"/>
                </a:cubicBezTo>
                <a:lnTo>
                  <a:pt x="44935" y="33"/>
                </a:lnTo>
                <a:lnTo>
                  <a:pt x="44271" y="33"/>
                </a:lnTo>
                <a:cubicBezTo>
                  <a:pt x="44049" y="33"/>
                  <a:pt x="43815" y="29"/>
                  <a:pt x="43577" y="25"/>
                </a:cubicBezTo>
                <a:cubicBezTo>
                  <a:pt x="43097" y="21"/>
                  <a:pt x="42576" y="12"/>
                  <a:pt x="42014" y="8"/>
                </a:cubicBezTo>
                <a:cubicBezTo>
                  <a:pt x="41822" y="7"/>
                  <a:pt x="41630" y="7"/>
                  <a:pt x="41437" y="7"/>
                </a:cubicBezTo>
                <a:cubicBezTo>
                  <a:pt x="41051" y="7"/>
                  <a:pt x="40664" y="8"/>
                  <a:pt x="40278" y="8"/>
                </a:cubicBezTo>
                <a:lnTo>
                  <a:pt x="38514" y="17"/>
                </a:lnTo>
                <a:cubicBezTo>
                  <a:pt x="38339" y="18"/>
                  <a:pt x="38168" y="18"/>
                  <a:pt x="37996" y="18"/>
                </a:cubicBezTo>
                <a:cubicBezTo>
                  <a:pt x="37581" y="18"/>
                  <a:pt x="37166" y="15"/>
                  <a:pt x="36716" y="12"/>
                </a:cubicBezTo>
                <a:cubicBezTo>
                  <a:pt x="36093" y="8"/>
                  <a:pt x="35428" y="0"/>
                  <a:pt x="347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9011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1" name="Google Shape;17141;p58"/>
          <p:cNvSpPr txBox="1">
            <a:spLocks noGrp="1"/>
          </p:cNvSpPr>
          <p:nvPr>
            <p:ph type="title"/>
          </p:nvPr>
        </p:nvSpPr>
        <p:spPr>
          <a:xfrm>
            <a:off x="2643759" y="297879"/>
            <a:ext cx="5941946" cy="7243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د یوې لیکنې/ مقالې د سرلیک ځانګړنې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42" name="Google Shape;17142;p58"/>
          <p:cNvSpPr txBox="1">
            <a:spLocks noGrp="1"/>
          </p:cNvSpPr>
          <p:nvPr>
            <p:ph type="subTitle" idx="1"/>
          </p:nvPr>
        </p:nvSpPr>
        <p:spPr>
          <a:xfrm>
            <a:off x="555812" y="1201480"/>
            <a:ext cx="8084438" cy="31855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سرلیک باید له اصلي موضوع سره مخامخ تړلی وي.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سرلیک باید اوږد نه وي.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باید داسې نه وي چې د لوستونکي ټولې پوښتنې حل کړي او د متن لوستو ته اړتیا پاتې نه کړي.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سرلیک باید داسې کلیمې ونه لري چې په سختۍ ولوستل شي.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سرلیک باید داسې کلیمې ونه لري چې مخاطب یې په مانا پوه نه شي.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له اړتیا پرته باید تکراري کلمې ونه لري.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</p:txBody>
      </p:sp>
      <p:sp>
        <p:nvSpPr>
          <p:cNvPr id="17183" name="Google Shape;17183;p58"/>
          <p:cNvSpPr/>
          <p:nvPr/>
        </p:nvSpPr>
        <p:spPr>
          <a:xfrm>
            <a:off x="1129437" y="4675550"/>
            <a:ext cx="6885124" cy="32550"/>
          </a:xfrm>
          <a:custGeom>
            <a:avLst/>
            <a:gdLst/>
            <a:ahLst/>
            <a:cxnLst/>
            <a:rect l="l" t="t" r="r" b="b"/>
            <a:pathLst>
              <a:path w="57726" h="379" extrusionOk="0">
                <a:moveTo>
                  <a:pt x="34730" y="0"/>
                </a:moveTo>
                <a:lnTo>
                  <a:pt x="32728" y="4"/>
                </a:lnTo>
                <a:cubicBezTo>
                  <a:pt x="30012" y="12"/>
                  <a:pt x="27201" y="17"/>
                  <a:pt x="24341" y="29"/>
                </a:cubicBezTo>
                <a:cubicBezTo>
                  <a:pt x="23545" y="33"/>
                  <a:pt x="22774" y="41"/>
                  <a:pt x="22019" y="41"/>
                </a:cubicBezTo>
                <a:cubicBezTo>
                  <a:pt x="21939" y="42"/>
                  <a:pt x="21859" y="42"/>
                  <a:pt x="21779" y="42"/>
                </a:cubicBezTo>
                <a:cubicBezTo>
                  <a:pt x="21119" y="42"/>
                  <a:pt x="20453" y="28"/>
                  <a:pt x="19762" y="21"/>
                </a:cubicBezTo>
                <a:cubicBezTo>
                  <a:pt x="19372" y="12"/>
                  <a:pt x="18982" y="12"/>
                  <a:pt x="18580" y="12"/>
                </a:cubicBezTo>
                <a:cubicBezTo>
                  <a:pt x="18174" y="17"/>
                  <a:pt x="17784" y="21"/>
                  <a:pt x="17411" y="29"/>
                </a:cubicBezTo>
                <a:cubicBezTo>
                  <a:pt x="16797" y="39"/>
                  <a:pt x="16240" y="52"/>
                  <a:pt x="15692" y="52"/>
                </a:cubicBezTo>
                <a:cubicBezTo>
                  <a:pt x="15565" y="52"/>
                  <a:pt x="15440" y="51"/>
                  <a:pt x="15314" y="49"/>
                </a:cubicBezTo>
                <a:cubicBezTo>
                  <a:pt x="14624" y="45"/>
                  <a:pt x="13931" y="33"/>
                  <a:pt x="13221" y="25"/>
                </a:cubicBezTo>
                <a:cubicBezTo>
                  <a:pt x="12864" y="23"/>
                  <a:pt x="12512" y="22"/>
                  <a:pt x="12167" y="22"/>
                </a:cubicBezTo>
                <a:cubicBezTo>
                  <a:pt x="11822" y="22"/>
                  <a:pt x="11483" y="23"/>
                  <a:pt x="11153" y="25"/>
                </a:cubicBezTo>
                <a:cubicBezTo>
                  <a:pt x="10493" y="29"/>
                  <a:pt x="9881" y="29"/>
                  <a:pt x="9278" y="29"/>
                </a:cubicBezTo>
                <a:cubicBezTo>
                  <a:pt x="8642" y="29"/>
                  <a:pt x="8043" y="33"/>
                  <a:pt x="7485" y="37"/>
                </a:cubicBezTo>
                <a:cubicBezTo>
                  <a:pt x="6927" y="41"/>
                  <a:pt x="6389" y="41"/>
                  <a:pt x="5913" y="41"/>
                </a:cubicBezTo>
                <a:cubicBezTo>
                  <a:pt x="5429" y="37"/>
                  <a:pt x="4953" y="33"/>
                  <a:pt x="4489" y="29"/>
                </a:cubicBezTo>
                <a:cubicBezTo>
                  <a:pt x="4026" y="21"/>
                  <a:pt x="3579" y="21"/>
                  <a:pt x="3156" y="21"/>
                </a:cubicBezTo>
                <a:cubicBezTo>
                  <a:pt x="2754" y="25"/>
                  <a:pt x="2393" y="29"/>
                  <a:pt x="2064" y="33"/>
                </a:cubicBezTo>
                <a:cubicBezTo>
                  <a:pt x="755" y="53"/>
                  <a:pt x="9" y="86"/>
                  <a:pt x="5" y="136"/>
                </a:cubicBezTo>
                <a:cubicBezTo>
                  <a:pt x="0" y="189"/>
                  <a:pt x="751" y="214"/>
                  <a:pt x="2073" y="218"/>
                </a:cubicBezTo>
                <a:cubicBezTo>
                  <a:pt x="2401" y="222"/>
                  <a:pt x="2770" y="222"/>
                  <a:pt x="3164" y="222"/>
                </a:cubicBezTo>
                <a:cubicBezTo>
                  <a:pt x="3529" y="222"/>
                  <a:pt x="3935" y="230"/>
                  <a:pt x="4387" y="234"/>
                </a:cubicBezTo>
                <a:cubicBezTo>
                  <a:pt x="4842" y="238"/>
                  <a:pt x="5347" y="250"/>
                  <a:pt x="5905" y="250"/>
                </a:cubicBezTo>
                <a:cubicBezTo>
                  <a:pt x="6471" y="250"/>
                  <a:pt x="7029" y="246"/>
                  <a:pt x="7604" y="238"/>
                </a:cubicBezTo>
                <a:cubicBezTo>
                  <a:pt x="8182" y="234"/>
                  <a:pt x="8765" y="226"/>
                  <a:pt x="9356" y="226"/>
                </a:cubicBezTo>
                <a:cubicBezTo>
                  <a:pt x="9996" y="222"/>
                  <a:pt x="10648" y="214"/>
                  <a:pt x="11301" y="209"/>
                </a:cubicBezTo>
                <a:cubicBezTo>
                  <a:pt x="11781" y="203"/>
                  <a:pt x="12251" y="200"/>
                  <a:pt x="12727" y="200"/>
                </a:cubicBezTo>
                <a:cubicBezTo>
                  <a:pt x="12902" y="200"/>
                  <a:pt x="13077" y="200"/>
                  <a:pt x="13254" y="201"/>
                </a:cubicBezTo>
                <a:cubicBezTo>
                  <a:pt x="13923" y="205"/>
                  <a:pt x="14637" y="214"/>
                  <a:pt x="15400" y="214"/>
                </a:cubicBezTo>
                <a:cubicBezTo>
                  <a:pt x="15469" y="214"/>
                  <a:pt x="15538" y="214"/>
                  <a:pt x="15607" y="214"/>
                </a:cubicBezTo>
                <a:cubicBezTo>
                  <a:pt x="16324" y="214"/>
                  <a:pt x="17030" y="196"/>
                  <a:pt x="17677" y="181"/>
                </a:cubicBezTo>
                <a:cubicBezTo>
                  <a:pt x="18038" y="172"/>
                  <a:pt x="18387" y="168"/>
                  <a:pt x="18728" y="168"/>
                </a:cubicBezTo>
                <a:cubicBezTo>
                  <a:pt x="19077" y="168"/>
                  <a:pt x="19442" y="168"/>
                  <a:pt x="19815" y="172"/>
                </a:cubicBezTo>
                <a:cubicBezTo>
                  <a:pt x="20558" y="185"/>
                  <a:pt x="21358" y="197"/>
                  <a:pt x="22170" y="197"/>
                </a:cubicBezTo>
                <a:cubicBezTo>
                  <a:pt x="22966" y="197"/>
                  <a:pt x="23746" y="189"/>
                  <a:pt x="24509" y="189"/>
                </a:cubicBezTo>
                <a:lnTo>
                  <a:pt x="32847" y="218"/>
                </a:lnTo>
                <a:lnTo>
                  <a:pt x="34833" y="222"/>
                </a:lnTo>
                <a:cubicBezTo>
                  <a:pt x="35444" y="226"/>
                  <a:pt x="36076" y="234"/>
                  <a:pt x="36704" y="242"/>
                </a:cubicBezTo>
                <a:cubicBezTo>
                  <a:pt x="37336" y="250"/>
                  <a:pt x="38013" y="255"/>
                  <a:pt x="38616" y="255"/>
                </a:cubicBezTo>
                <a:lnTo>
                  <a:pt x="41189" y="255"/>
                </a:lnTo>
                <a:cubicBezTo>
                  <a:pt x="41452" y="259"/>
                  <a:pt x="41694" y="259"/>
                  <a:pt x="41948" y="263"/>
                </a:cubicBezTo>
                <a:cubicBezTo>
                  <a:pt x="42449" y="271"/>
                  <a:pt x="42953" y="279"/>
                  <a:pt x="43450" y="287"/>
                </a:cubicBezTo>
                <a:lnTo>
                  <a:pt x="44193" y="300"/>
                </a:lnTo>
                <a:lnTo>
                  <a:pt x="44898" y="300"/>
                </a:lnTo>
                <a:lnTo>
                  <a:pt x="46142" y="312"/>
                </a:lnTo>
                <a:cubicBezTo>
                  <a:pt x="46917" y="316"/>
                  <a:pt x="47594" y="320"/>
                  <a:pt x="48140" y="324"/>
                </a:cubicBezTo>
                <a:lnTo>
                  <a:pt x="49404" y="341"/>
                </a:lnTo>
                <a:lnTo>
                  <a:pt x="51156" y="357"/>
                </a:lnTo>
                <a:cubicBezTo>
                  <a:pt x="51468" y="359"/>
                  <a:pt x="51764" y="360"/>
                  <a:pt x="52045" y="360"/>
                </a:cubicBezTo>
                <a:cubicBezTo>
                  <a:pt x="52325" y="360"/>
                  <a:pt x="52590" y="359"/>
                  <a:pt x="52838" y="357"/>
                </a:cubicBezTo>
                <a:cubicBezTo>
                  <a:pt x="53339" y="353"/>
                  <a:pt x="53786" y="353"/>
                  <a:pt x="54172" y="353"/>
                </a:cubicBezTo>
                <a:cubicBezTo>
                  <a:pt x="54562" y="353"/>
                  <a:pt x="54947" y="357"/>
                  <a:pt x="55296" y="365"/>
                </a:cubicBezTo>
                <a:cubicBezTo>
                  <a:pt x="55872" y="372"/>
                  <a:pt x="56377" y="379"/>
                  <a:pt x="56773" y="379"/>
                </a:cubicBezTo>
                <a:cubicBezTo>
                  <a:pt x="56862" y="379"/>
                  <a:pt x="56946" y="378"/>
                  <a:pt x="57024" y="378"/>
                </a:cubicBezTo>
                <a:cubicBezTo>
                  <a:pt x="57442" y="378"/>
                  <a:pt x="57680" y="365"/>
                  <a:pt x="57705" y="345"/>
                </a:cubicBezTo>
                <a:cubicBezTo>
                  <a:pt x="57725" y="324"/>
                  <a:pt x="57541" y="300"/>
                  <a:pt x="57179" y="271"/>
                </a:cubicBezTo>
                <a:cubicBezTo>
                  <a:pt x="56822" y="242"/>
                  <a:pt x="56297" y="205"/>
                  <a:pt x="55579" y="168"/>
                </a:cubicBezTo>
                <a:cubicBezTo>
                  <a:pt x="55218" y="148"/>
                  <a:pt x="54804" y="131"/>
                  <a:pt x="54328" y="119"/>
                </a:cubicBezTo>
                <a:cubicBezTo>
                  <a:pt x="53852" y="107"/>
                  <a:pt x="53343" y="99"/>
                  <a:pt x="52834" y="95"/>
                </a:cubicBezTo>
                <a:cubicBezTo>
                  <a:pt x="52325" y="90"/>
                  <a:pt x="51812" y="90"/>
                  <a:pt x="51316" y="82"/>
                </a:cubicBezTo>
                <a:cubicBezTo>
                  <a:pt x="50766" y="74"/>
                  <a:pt x="50167" y="66"/>
                  <a:pt x="49556" y="58"/>
                </a:cubicBezTo>
                <a:lnTo>
                  <a:pt x="48263" y="45"/>
                </a:lnTo>
                <a:cubicBezTo>
                  <a:pt x="47697" y="41"/>
                  <a:pt x="47007" y="41"/>
                  <a:pt x="46211" y="37"/>
                </a:cubicBezTo>
                <a:lnTo>
                  <a:pt x="44935" y="33"/>
                </a:lnTo>
                <a:lnTo>
                  <a:pt x="44271" y="33"/>
                </a:lnTo>
                <a:cubicBezTo>
                  <a:pt x="44049" y="33"/>
                  <a:pt x="43815" y="29"/>
                  <a:pt x="43577" y="25"/>
                </a:cubicBezTo>
                <a:cubicBezTo>
                  <a:pt x="43097" y="21"/>
                  <a:pt x="42576" y="12"/>
                  <a:pt x="42014" y="8"/>
                </a:cubicBezTo>
                <a:cubicBezTo>
                  <a:pt x="41822" y="7"/>
                  <a:pt x="41630" y="7"/>
                  <a:pt x="41437" y="7"/>
                </a:cubicBezTo>
                <a:cubicBezTo>
                  <a:pt x="41051" y="7"/>
                  <a:pt x="40664" y="8"/>
                  <a:pt x="40278" y="8"/>
                </a:cubicBezTo>
                <a:lnTo>
                  <a:pt x="38514" y="17"/>
                </a:lnTo>
                <a:cubicBezTo>
                  <a:pt x="38339" y="18"/>
                  <a:pt x="38168" y="18"/>
                  <a:pt x="37996" y="18"/>
                </a:cubicBezTo>
                <a:cubicBezTo>
                  <a:pt x="37581" y="18"/>
                  <a:pt x="37166" y="15"/>
                  <a:pt x="36716" y="12"/>
                </a:cubicBezTo>
                <a:cubicBezTo>
                  <a:pt x="36093" y="8"/>
                  <a:pt x="35428" y="0"/>
                  <a:pt x="347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9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1" name="Google Shape;17141;p58"/>
          <p:cNvSpPr txBox="1">
            <a:spLocks noGrp="1"/>
          </p:cNvSpPr>
          <p:nvPr>
            <p:ph type="title"/>
          </p:nvPr>
        </p:nvSpPr>
        <p:spPr>
          <a:xfrm>
            <a:off x="2643759" y="435401"/>
            <a:ext cx="5941946" cy="849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s-AF" sz="2400" b="1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ادامه...</a:t>
            </a:r>
            <a:endParaRPr sz="2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17142" name="Google Shape;17142;p58"/>
          <p:cNvSpPr txBox="1">
            <a:spLocks noGrp="1"/>
          </p:cNvSpPr>
          <p:nvPr>
            <p:ph type="subTitle" idx="1"/>
          </p:nvPr>
        </p:nvSpPr>
        <p:spPr>
          <a:xfrm>
            <a:off x="207819" y="1028103"/>
            <a:ext cx="8432432" cy="34764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په سرلیک کې باید داسې شمېرې را نه شي چې په سختۍ ولوستل شي.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په سرلیک کې د لیندیو ()کارول عیب دی.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د سرلیک په پای کې له پوښتن‌نښې او ندایې پرته نورې لیک‌نښې نه کارول کېږي.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سرلیک باید نامشهور مخففات ونه لري.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د ښه سرلیک دا ځانګړنه ده چې تر ډېره په ذهنونو کې پاتې شي.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342900" marR="0" lvl="0" indent="-34290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Bahij Nazanin" panose="02040503050201020203" pitchFamily="18" charset="-78"/>
              <a:buChar char="-"/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سرلیک باید جذاب وي او لوستونکی وهڅوي چې لیکنه ولولي.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</p:txBody>
      </p:sp>
      <p:sp>
        <p:nvSpPr>
          <p:cNvPr id="17183" name="Google Shape;17183;p58"/>
          <p:cNvSpPr/>
          <p:nvPr/>
        </p:nvSpPr>
        <p:spPr>
          <a:xfrm>
            <a:off x="1129437" y="4675550"/>
            <a:ext cx="6885124" cy="32550"/>
          </a:xfrm>
          <a:custGeom>
            <a:avLst/>
            <a:gdLst/>
            <a:ahLst/>
            <a:cxnLst/>
            <a:rect l="l" t="t" r="r" b="b"/>
            <a:pathLst>
              <a:path w="57726" h="379" extrusionOk="0">
                <a:moveTo>
                  <a:pt x="34730" y="0"/>
                </a:moveTo>
                <a:lnTo>
                  <a:pt x="32728" y="4"/>
                </a:lnTo>
                <a:cubicBezTo>
                  <a:pt x="30012" y="12"/>
                  <a:pt x="27201" y="17"/>
                  <a:pt x="24341" y="29"/>
                </a:cubicBezTo>
                <a:cubicBezTo>
                  <a:pt x="23545" y="33"/>
                  <a:pt x="22774" y="41"/>
                  <a:pt x="22019" y="41"/>
                </a:cubicBezTo>
                <a:cubicBezTo>
                  <a:pt x="21939" y="42"/>
                  <a:pt x="21859" y="42"/>
                  <a:pt x="21779" y="42"/>
                </a:cubicBezTo>
                <a:cubicBezTo>
                  <a:pt x="21119" y="42"/>
                  <a:pt x="20453" y="28"/>
                  <a:pt x="19762" y="21"/>
                </a:cubicBezTo>
                <a:cubicBezTo>
                  <a:pt x="19372" y="12"/>
                  <a:pt x="18982" y="12"/>
                  <a:pt x="18580" y="12"/>
                </a:cubicBezTo>
                <a:cubicBezTo>
                  <a:pt x="18174" y="17"/>
                  <a:pt x="17784" y="21"/>
                  <a:pt x="17411" y="29"/>
                </a:cubicBezTo>
                <a:cubicBezTo>
                  <a:pt x="16797" y="39"/>
                  <a:pt x="16240" y="52"/>
                  <a:pt x="15692" y="52"/>
                </a:cubicBezTo>
                <a:cubicBezTo>
                  <a:pt x="15565" y="52"/>
                  <a:pt x="15440" y="51"/>
                  <a:pt x="15314" y="49"/>
                </a:cubicBezTo>
                <a:cubicBezTo>
                  <a:pt x="14624" y="45"/>
                  <a:pt x="13931" y="33"/>
                  <a:pt x="13221" y="25"/>
                </a:cubicBezTo>
                <a:cubicBezTo>
                  <a:pt x="12864" y="23"/>
                  <a:pt x="12512" y="22"/>
                  <a:pt x="12167" y="22"/>
                </a:cubicBezTo>
                <a:cubicBezTo>
                  <a:pt x="11822" y="22"/>
                  <a:pt x="11483" y="23"/>
                  <a:pt x="11153" y="25"/>
                </a:cubicBezTo>
                <a:cubicBezTo>
                  <a:pt x="10493" y="29"/>
                  <a:pt x="9881" y="29"/>
                  <a:pt x="9278" y="29"/>
                </a:cubicBezTo>
                <a:cubicBezTo>
                  <a:pt x="8642" y="29"/>
                  <a:pt x="8043" y="33"/>
                  <a:pt x="7485" y="37"/>
                </a:cubicBezTo>
                <a:cubicBezTo>
                  <a:pt x="6927" y="41"/>
                  <a:pt x="6389" y="41"/>
                  <a:pt x="5913" y="41"/>
                </a:cubicBezTo>
                <a:cubicBezTo>
                  <a:pt x="5429" y="37"/>
                  <a:pt x="4953" y="33"/>
                  <a:pt x="4489" y="29"/>
                </a:cubicBezTo>
                <a:cubicBezTo>
                  <a:pt x="4026" y="21"/>
                  <a:pt x="3579" y="21"/>
                  <a:pt x="3156" y="21"/>
                </a:cubicBezTo>
                <a:cubicBezTo>
                  <a:pt x="2754" y="25"/>
                  <a:pt x="2393" y="29"/>
                  <a:pt x="2064" y="33"/>
                </a:cubicBezTo>
                <a:cubicBezTo>
                  <a:pt x="755" y="53"/>
                  <a:pt x="9" y="86"/>
                  <a:pt x="5" y="136"/>
                </a:cubicBezTo>
                <a:cubicBezTo>
                  <a:pt x="0" y="189"/>
                  <a:pt x="751" y="214"/>
                  <a:pt x="2073" y="218"/>
                </a:cubicBezTo>
                <a:cubicBezTo>
                  <a:pt x="2401" y="222"/>
                  <a:pt x="2770" y="222"/>
                  <a:pt x="3164" y="222"/>
                </a:cubicBezTo>
                <a:cubicBezTo>
                  <a:pt x="3529" y="222"/>
                  <a:pt x="3935" y="230"/>
                  <a:pt x="4387" y="234"/>
                </a:cubicBezTo>
                <a:cubicBezTo>
                  <a:pt x="4842" y="238"/>
                  <a:pt x="5347" y="250"/>
                  <a:pt x="5905" y="250"/>
                </a:cubicBezTo>
                <a:cubicBezTo>
                  <a:pt x="6471" y="250"/>
                  <a:pt x="7029" y="246"/>
                  <a:pt x="7604" y="238"/>
                </a:cubicBezTo>
                <a:cubicBezTo>
                  <a:pt x="8182" y="234"/>
                  <a:pt x="8765" y="226"/>
                  <a:pt x="9356" y="226"/>
                </a:cubicBezTo>
                <a:cubicBezTo>
                  <a:pt x="9996" y="222"/>
                  <a:pt x="10648" y="214"/>
                  <a:pt x="11301" y="209"/>
                </a:cubicBezTo>
                <a:cubicBezTo>
                  <a:pt x="11781" y="203"/>
                  <a:pt x="12251" y="200"/>
                  <a:pt x="12727" y="200"/>
                </a:cubicBezTo>
                <a:cubicBezTo>
                  <a:pt x="12902" y="200"/>
                  <a:pt x="13077" y="200"/>
                  <a:pt x="13254" y="201"/>
                </a:cubicBezTo>
                <a:cubicBezTo>
                  <a:pt x="13923" y="205"/>
                  <a:pt x="14637" y="214"/>
                  <a:pt x="15400" y="214"/>
                </a:cubicBezTo>
                <a:cubicBezTo>
                  <a:pt x="15469" y="214"/>
                  <a:pt x="15538" y="214"/>
                  <a:pt x="15607" y="214"/>
                </a:cubicBezTo>
                <a:cubicBezTo>
                  <a:pt x="16324" y="214"/>
                  <a:pt x="17030" y="196"/>
                  <a:pt x="17677" y="181"/>
                </a:cubicBezTo>
                <a:cubicBezTo>
                  <a:pt x="18038" y="172"/>
                  <a:pt x="18387" y="168"/>
                  <a:pt x="18728" y="168"/>
                </a:cubicBezTo>
                <a:cubicBezTo>
                  <a:pt x="19077" y="168"/>
                  <a:pt x="19442" y="168"/>
                  <a:pt x="19815" y="172"/>
                </a:cubicBezTo>
                <a:cubicBezTo>
                  <a:pt x="20558" y="185"/>
                  <a:pt x="21358" y="197"/>
                  <a:pt x="22170" y="197"/>
                </a:cubicBezTo>
                <a:cubicBezTo>
                  <a:pt x="22966" y="197"/>
                  <a:pt x="23746" y="189"/>
                  <a:pt x="24509" y="189"/>
                </a:cubicBezTo>
                <a:lnTo>
                  <a:pt x="32847" y="218"/>
                </a:lnTo>
                <a:lnTo>
                  <a:pt x="34833" y="222"/>
                </a:lnTo>
                <a:cubicBezTo>
                  <a:pt x="35444" y="226"/>
                  <a:pt x="36076" y="234"/>
                  <a:pt x="36704" y="242"/>
                </a:cubicBezTo>
                <a:cubicBezTo>
                  <a:pt x="37336" y="250"/>
                  <a:pt x="38013" y="255"/>
                  <a:pt x="38616" y="255"/>
                </a:cubicBezTo>
                <a:lnTo>
                  <a:pt x="41189" y="255"/>
                </a:lnTo>
                <a:cubicBezTo>
                  <a:pt x="41452" y="259"/>
                  <a:pt x="41694" y="259"/>
                  <a:pt x="41948" y="263"/>
                </a:cubicBezTo>
                <a:cubicBezTo>
                  <a:pt x="42449" y="271"/>
                  <a:pt x="42953" y="279"/>
                  <a:pt x="43450" y="287"/>
                </a:cubicBezTo>
                <a:lnTo>
                  <a:pt x="44193" y="300"/>
                </a:lnTo>
                <a:lnTo>
                  <a:pt x="44898" y="300"/>
                </a:lnTo>
                <a:lnTo>
                  <a:pt x="46142" y="312"/>
                </a:lnTo>
                <a:cubicBezTo>
                  <a:pt x="46917" y="316"/>
                  <a:pt x="47594" y="320"/>
                  <a:pt x="48140" y="324"/>
                </a:cubicBezTo>
                <a:lnTo>
                  <a:pt x="49404" y="341"/>
                </a:lnTo>
                <a:lnTo>
                  <a:pt x="51156" y="357"/>
                </a:lnTo>
                <a:cubicBezTo>
                  <a:pt x="51468" y="359"/>
                  <a:pt x="51764" y="360"/>
                  <a:pt x="52045" y="360"/>
                </a:cubicBezTo>
                <a:cubicBezTo>
                  <a:pt x="52325" y="360"/>
                  <a:pt x="52590" y="359"/>
                  <a:pt x="52838" y="357"/>
                </a:cubicBezTo>
                <a:cubicBezTo>
                  <a:pt x="53339" y="353"/>
                  <a:pt x="53786" y="353"/>
                  <a:pt x="54172" y="353"/>
                </a:cubicBezTo>
                <a:cubicBezTo>
                  <a:pt x="54562" y="353"/>
                  <a:pt x="54947" y="357"/>
                  <a:pt x="55296" y="365"/>
                </a:cubicBezTo>
                <a:cubicBezTo>
                  <a:pt x="55872" y="372"/>
                  <a:pt x="56377" y="379"/>
                  <a:pt x="56773" y="379"/>
                </a:cubicBezTo>
                <a:cubicBezTo>
                  <a:pt x="56862" y="379"/>
                  <a:pt x="56946" y="378"/>
                  <a:pt x="57024" y="378"/>
                </a:cubicBezTo>
                <a:cubicBezTo>
                  <a:pt x="57442" y="378"/>
                  <a:pt x="57680" y="365"/>
                  <a:pt x="57705" y="345"/>
                </a:cubicBezTo>
                <a:cubicBezTo>
                  <a:pt x="57725" y="324"/>
                  <a:pt x="57541" y="300"/>
                  <a:pt x="57179" y="271"/>
                </a:cubicBezTo>
                <a:cubicBezTo>
                  <a:pt x="56822" y="242"/>
                  <a:pt x="56297" y="205"/>
                  <a:pt x="55579" y="168"/>
                </a:cubicBezTo>
                <a:cubicBezTo>
                  <a:pt x="55218" y="148"/>
                  <a:pt x="54804" y="131"/>
                  <a:pt x="54328" y="119"/>
                </a:cubicBezTo>
                <a:cubicBezTo>
                  <a:pt x="53852" y="107"/>
                  <a:pt x="53343" y="99"/>
                  <a:pt x="52834" y="95"/>
                </a:cubicBezTo>
                <a:cubicBezTo>
                  <a:pt x="52325" y="90"/>
                  <a:pt x="51812" y="90"/>
                  <a:pt x="51316" y="82"/>
                </a:cubicBezTo>
                <a:cubicBezTo>
                  <a:pt x="50766" y="74"/>
                  <a:pt x="50167" y="66"/>
                  <a:pt x="49556" y="58"/>
                </a:cubicBezTo>
                <a:lnTo>
                  <a:pt x="48263" y="45"/>
                </a:lnTo>
                <a:cubicBezTo>
                  <a:pt x="47697" y="41"/>
                  <a:pt x="47007" y="41"/>
                  <a:pt x="46211" y="37"/>
                </a:cubicBezTo>
                <a:lnTo>
                  <a:pt x="44935" y="33"/>
                </a:lnTo>
                <a:lnTo>
                  <a:pt x="44271" y="33"/>
                </a:lnTo>
                <a:cubicBezTo>
                  <a:pt x="44049" y="33"/>
                  <a:pt x="43815" y="29"/>
                  <a:pt x="43577" y="25"/>
                </a:cubicBezTo>
                <a:cubicBezTo>
                  <a:pt x="43097" y="21"/>
                  <a:pt x="42576" y="12"/>
                  <a:pt x="42014" y="8"/>
                </a:cubicBezTo>
                <a:cubicBezTo>
                  <a:pt x="41822" y="7"/>
                  <a:pt x="41630" y="7"/>
                  <a:pt x="41437" y="7"/>
                </a:cubicBezTo>
                <a:cubicBezTo>
                  <a:pt x="41051" y="7"/>
                  <a:pt x="40664" y="8"/>
                  <a:pt x="40278" y="8"/>
                </a:cubicBezTo>
                <a:lnTo>
                  <a:pt x="38514" y="17"/>
                </a:lnTo>
                <a:cubicBezTo>
                  <a:pt x="38339" y="18"/>
                  <a:pt x="38168" y="18"/>
                  <a:pt x="37996" y="18"/>
                </a:cubicBezTo>
                <a:cubicBezTo>
                  <a:pt x="37581" y="18"/>
                  <a:pt x="37166" y="15"/>
                  <a:pt x="36716" y="12"/>
                </a:cubicBezTo>
                <a:cubicBezTo>
                  <a:pt x="36093" y="8"/>
                  <a:pt x="35428" y="0"/>
                  <a:pt x="347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638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1" name="Google Shape;17141;p58"/>
          <p:cNvSpPr txBox="1">
            <a:spLocks noGrp="1"/>
          </p:cNvSpPr>
          <p:nvPr>
            <p:ph type="title"/>
          </p:nvPr>
        </p:nvSpPr>
        <p:spPr>
          <a:xfrm>
            <a:off x="2332892" y="192570"/>
            <a:ext cx="6252813" cy="541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 fontAlgn="base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ادامه </a:t>
            </a: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…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42" name="Google Shape;17142;p58"/>
          <p:cNvSpPr txBox="1">
            <a:spLocks noGrp="1"/>
          </p:cNvSpPr>
          <p:nvPr>
            <p:ph type="subTitle" idx="1"/>
          </p:nvPr>
        </p:nvSpPr>
        <p:spPr>
          <a:xfrm>
            <a:off x="404446" y="924947"/>
            <a:ext cx="8235805" cy="3646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000" dirty="0"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</a:t>
            </a:r>
            <a:r>
              <a:rPr lang="ps-AF" sz="2000" dirty="0"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   </a:t>
            </a: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ځینې داسې ځانګړنې دي چې د لیکنې له ډول سره تړلې دي.</a:t>
            </a:r>
            <a:endParaRPr lang="ps-AF" sz="2000" dirty="0"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 په څېړنیزو اثارو کې عنوان باید څېړنیز وي او ابهام ونه ولري.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په تخلیقي ادبیاتو کې ابهام راتلی شي او ښايي عنوان یوه کلمه یا ترکیب وي.‌ 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په څېړنیزه لیکنه کې سرلیک باید له موضوع سره مخامخ تړلی وي.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په تخلیقي لیکنه کې ښايي د کرکټر نوم، د ډیالوګ کومه جمله، د ځای نوم یا بل څه د لیکنې سرلیک شي.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50000"/>
              </a:lnSpc>
            </a:pPr>
            <a:r>
              <a:rPr lang="ps-AF" sz="2000" dirty="0">
                <a:solidFill>
                  <a:srgbClr val="141823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. </a:t>
            </a:r>
            <a:endParaRPr lang="en-US" sz="20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</p:txBody>
      </p:sp>
      <p:sp>
        <p:nvSpPr>
          <p:cNvPr id="17183" name="Google Shape;17183;p58"/>
          <p:cNvSpPr/>
          <p:nvPr/>
        </p:nvSpPr>
        <p:spPr>
          <a:xfrm>
            <a:off x="1129437" y="4675550"/>
            <a:ext cx="6885124" cy="32550"/>
          </a:xfrm>
          <a:custGeom>
            <a:avLst/>
            <a:gdLst/>
            <a:ahLst/>
            <a:cxnLst/>
            <a:rect l="l" t="t" r="r" b="b"/>
            <a:pathLst>
              <a:path w="57726" h="379" extrusionOk="0">
                <a:moveTo>
                  <a:pt x="34730" y="0"/>
                </a:moveTo>
                <a:lnTo>
                  <a:pt x="32728" y="4"/>
                </a:lnTo>
                <a:cubicBezTo>
                  <a:pt x="30012" y="12"/>
                  <a:pt x="27201" y="17"/>
                  <a:pt x="24341" y="29"/>
                </a:cubicBezTo>
                <a:cubicBezTo>
                  <a:pt x="23545" y="33"/>
                  <a:pt x="22774" y="41"/>
                  <a:pt x="22019" y="41"/>
                </a:cubicBezTo>
                <a:cubicBezTo>
                  <a:pt x="21939" y="42"/>
                  <a:pt x="21859" y="42"/>
                  <a:pt x="21779" y="42"/>
                </a:cubicBezTo>
                <a:cubicBezTo>
                  <a:pt x="21119" y="42"/>
                  <a:pt x="20453" y="28"/>
                  <a:pt x="19762" y="21"/>
                </a:cubicBezTo>
                <a:cubicBezTo>
                  <a:pt x="19372" y="12"/>
                  <a:pt x="18982" y="12"/>
                  <a:pt x="18580" y="12"/>
                </a:cubicBezTo>
                <a:cubicBezTo>
                  <a:pt x="18174" y="17"/>
                  <a:pt x="17784" y="21"/>
                  <a:pt x="17411" y="29"/>
                </a:cubicBezTo>
                <a:cubicBezTo>
                  <a:pt x="16797" y="39"/>
                  <a:pt x="16240" y="52"/>
                  <a:pt x="15692" y="52"/>
                </a:cubicBezTo>
                <a:cubicBezTo>
                  <a:pt x="15565" y="52"/>
                  <a:pt x="15440" y="51"/>
                  <a:pt x="15314" y="49"/>
                </a:cubicBezTo>
                <a:cubicBezTo>
                  <a:pt x="14624" y="45"/>
                  <a:pt x="13931" y="33"/>
                  <a:pt x="13221" y="25"/>
                </a:cubicBezTo>
                <a:cubicBezTo>
                  <a:pt x="12864" y="23"/>
                  <a:pt x="12512" y="22"/>
                  <a:pt x="12167" y="22"/>
                </a:cubicBezTo>
                <a:cubicBezTo>
                  <a:pt x="11822" y="22"/>
                  <a:pt x="11483" y="23"/>
                  <a:pt x="11153" y="25"/>
                </a:cubicBezTo>
                <a:cubicBezTo>
                  <a:pt x="10493" y="29"/>
                  <a:pt x="9881" y="29"/>
                  <a:pt x="9278" y="29"/>
                </a:cubicBezTo>
                <a:cubicBezTo>
                  <a:pt x="8642" y="29"/>
                  <a:pt x="8043" y="33"/>
                  <a:pt x="7485" y="37"/>
                </a:cubicBezTo>
                <a:cubicBezTo>
                  <a:pt x="6927" y="41"/>
                  <a:pt x="6389" y="41"/>
                  <a:pt x="5913" y="41"/>
                </a:cubicBezTo>
                <a:cubicBezTo>
                  <a:pt x="5429" y="37"/>
                  <a:pt x="4953" y="33"/>
                  <a:pt x="4489" y="29"/>
                </a:cubicBezTo>
                <a:cubicBezTo>
                  <a:pt x="4026" y="21"/>
                  <a:pt x="3579" y="21"/>
                  <a:pt x="3156" y="21"/>
                </a:cubicBezTo>
                <a:cubicBezTo>
                  <a:pt x="2754" y="25"/>
                  <a:pt x="2393" y="29"/>
                  <a:pt x="2064" y="33"/>
                </a:cubicBezTo>
                <a:cubicBezTo>
                  <a:pt x="755" y="53"/>
                  <a:pt x="9" y="86"/>
                  <a:pt x="5" y="136"/>
                </a:cubicBezTo>
                <a:cubicBezTo>
                  <a:pt x="0" y="189"/>
                  <a:pt x="751" y="214"/>
                  <a:pt x="2073" y="218"/>
                </a:cubicBezTo>
                <a:cubicBezTo>
                  <a:pt x="2401" y="222"/>
                  <a:pt x="2770" y="222"/>
                  <a:pt x="3164" y="222"/>
                </a:cubicBezTo>
                <a:cubicBezTo>
                  <a:pt x="3529" y="222"/>
                  <a:pt x="3935" y="230"/>
                  <a:pt x="4387" y="234"/>
                </a:cubicBezTo>
                <a:cubicBezTo>
                  <a:pt x="4842" y="238"/>
                  <a:pt x="5347" y="250"/>
                  <a:pt x="5905" y="250"/>
                </a:cubicBezTo>
                <a:cubicBezTo>
                  <a:pt x="6471" y="250"/>
                  <a:pt x="7029" y="246"/>
                  <a:pt x="7604" y="238"/>
                </a:cubicBezTo>
                <a:cubicBezTo>
                  <a:pt x="8182" y="234"/>
                  <a:pt x="8765" y="226"/>
                  <a:pt x="9356" y="226"/>
                </a:cubicBezTo>
                <a:cubicBezTo>
                  <a:pt x="9996" y="222"/>
                  <a:pt x="10648" y="214"/>
                  <a:pt x="11301" y="209"/>
                </a:cubicBezTo>
                <a:cubicBezTo>
                  <a:pt x="11781" y="203"/>
                  <a:pt x="12251" y="200"/>
                  <a:pt x="12727" y="200"/>
                </a:cubicBezTo>
                <a:cubicBezTo>
                  <a:pt x="12902" y="200"/>
                  <a:pt x="13077" y="200"/>
                  <a:pt x="13254" y="201"/>
                </a:cubicBezTo>
                <a:cubicBezTo>
                  <a:pt x="13923" y="205"/>
                  <a:pt x="14637" y="214"/>
                  <a:pt x="15400" y="214"/>
                </a:cubicBezTo>
                <a:cubicBezTo>
                  <a:pt x="15469" y="214"/>
                  <a:pt x="15538" y="214"/>
                  <a:pt x="15607" y="214"/>
                </a:cubicBezTo>
                <a:cubicBezTo>
                  <a:pt x="16324" y="214"/>
                  <a:pt x="17030" y="196"/>
                  <a:pt x="17677" y="181"/>
                </a:cubicBezTo>
                <a:cubicBezTo>
                  <a:pt x="18038" y="172"/>
                  <a:pt x="18387" y="168"/>
                  <a:pt x="18728" y="168"/>
                </a:cubicBezTo>
                <a:cubicBezTo>
                  <a:pt x="19077" y="168"/>
                  <a:pt x="19442" y="168"/>
                  <a:pt x="19815" y="172"/>
                </a:cubicBezTo>
                <a:cubicBezTo>
                  <a:pt x="20558" y="185"/>
                  <a:pt x="21358" y="197"/>
                  <a:pt x="22170" y="197"/>
                </a:cubicBezTo>
                <a:cubicBezTo>
                  <a:pt x="22966" y="197"/>
                  <a:pt x="23746" y="189"/>
                  <a:pt x="24509" y="189"/>
                </a:cubicBezTo>
                <a:lnTo>
                  <a:pt x="32847" y="218"/>
                </a:lnTo>
                <a:lnTo>
                  <a:pt x="34833" y="222"/>
                </a:lnTo>
                <a:cubicBezTo>
                  <a:pt x="35444" y="226"/>
                  <a:pt x="36076" y="234"/>
                  <a:pt x="36704" y="242"/>
                </a:cubicBezTo>
                <a:cubicBezTo>
                  <a:pt x="37336" y="250"/>
                  <a:pt x="38013" y="255"/>
                  <a:pt x="38616" y="255"/>
                </a:cubicBezTo>
                <a:lnTo>
                  <a:pt x="41189" y="255"/>
                </a:lnTo>
                <a:cubicBezTo>
                  <a:pt x="41452" y="259"/>
                  <a:pt x="41694" y="259"/>
                  <a:pt x="41948" y="263"/>
                </a:cubicBezTo>
                <a:cubicBezTo>
                  <a:pt x="42449" y="271"/>
                  <a:pt x="42953" y="279"/>
                  <a:pt x="43450" y="287"/>
                </a:cubicBezTo>
                <a:lnTo>
                  <a:pt x="44193" y="300"/>
                </a:lnTo>
                <a:lnTo>
                  <a:pt x="44898" y="300"/>
                </a:lnTo>
                <a:lnTo>
                  <a:pt x="46142" y="312"/>
                </a:lnTo>
                <a:cubicBezTo>
                  <a:pt x="46917" y="316"/>
                  <a:pt x="47594" y="320"/>
                  <a:pt x="48140" y="324"/>
                </a:cubicBezTo>
                <a:lnTo>
                  <a:pt x="49404" y="341"/>
                </a:lnTo>
                <a:lnTo>
                  <a:pt x="51156" y="357"/>
                </a:lnTo>
                <a:cubicBezTo>
                  <a:pt x="51468" y="359"/>
                  <a:pt x="51764" y="360"/>
                  <a:pt x="52045" y="360"/>
                </a:cubicBezTo>
                <a:cubicBezTo>
                  <a:pt x="52325" y="360"/>
                  <a:pt x="52590" y="359"/>
                  <a:pt x="52838" y="357"/>
                </a:cubicBezTo>
                <a:cubicBezTo>
                  <a:pt x="53339" y="353"/>
                  <a:pt x="53786" y="353"/>
                  <a:pt x="54172" y="353"/>
                </a:cubicBezTo>
                <a:cubicBezTo>
                  <a:pt x="54562" y="353"/>
                  <a:pt x="54947" y="357"/>
                  <a:pt x="55296" y="365"/>
                </a:cubicBezTo>
                <a:cubicBezTo>
                  <a:pt x="55872" y="372"/>
                  <a:pt x="56377" y="379"/>
                  <a:pt x="56773" y="379"/>
                </a:cubicBezTo>
                <a:cubicBezTo>
                  <a:pt x="56862" y="379"/>
                  <a:pt x="56946" y="378"/>
                  <a:pt x="57024" y="378"/>
                </a:cubicBezTo>
                <a:cubicBezTo>
                  <a:pt x="57442" y="378"/>
                  <a:pt x="57680" y="365"/>
                  <a:pt x="57705" y="345"/>
                </a:cubicBezTo>
                <a:cubicBezTo>
                  <a:pt x="57725" y="324"/>
                  <a:pt x="57541" y="300"/>
                  <a:pt x="57179" y="271"/>
                </a:cubicBezTo>
                <a:cubicBezTo>
                  <a:pt x="56822" y="242"/>
                  <a:pt x="56297" y="205"/>
                  <a:pt x="55579" y="168"/>
                </a:cubicBezTo>
                <a:cubicBezTo>
                  <a:pt x="55218" y="148"/>
                  <a:pt x="54804" y="131"/>
                  <a:pt x="54328" y="119"/>
                </a:cubicBezTo>
                <a:cubicBezTo>
                  <a:pt x="53852" y="107"/>
                  <a:pt x="53343" y="99"/>
                  <a:pt x="52834" y="95"/>
                </a:cubicBezTo>
                <a:cubicBezTo>
                  <a:pt x="52325" y="90"/>
                  <a:pt x="51812" y="90"/>
                  <a:pt x="51316" y="82"/>
                </a:cubicBezTo>
                <a:cubicBezTo>
                  <a:pt x="50766" y="74"/>
                  <a:pt x="50167" y="66"/>
                  <a:pt x="49556" y="58"/>
                </a:cubicBezTo>
                <a:lnTo>
                  <a:pt x="48263" y="45"/>
                </a:lnTo>
                <a:cubicBezTo>
                  <a:pt x="47697" y="41"/>
                  <a:pt x="47007" y="41"/>
                  <a:pt x="46211" y="37"/>
                </a:cubicBezTo>
                <a:lnTo>
                  <a:pt x="44935" y="33"/>
                </a:lnTo>
                <a:lnTo>
                  <a:pt x="44271" y="33"/>
                </a:lnTo>
                <a:cubicBezTo>
                  <a:pt x="44049" y="33"/>
                  <a:pt x="43815" y="29"/>
                  <a:pt x="43577" y="25"/>
                </a:cubicBezTo>
                <a:cubicBezTo>
                  <a:pt x="43097" y="21"/>
                  <a:pt x="42576" y="12"/>
                  <a:pt x="42014" y="8"/>
                </a:cubicBezTo>
                <a:cubicBezTo>
                  <a:pt x="41822" y="7"/>
                  <a:pt x="41630" y="7"/>
                  <a:pt x="41437" y="7"/>
                </a:cubicBezTo>
                <a:cubicBezTo>
                  <a:pt x="41051" y="7"/>
                  <a:pt x="40664" y="8"/>
                  <a:pt x="40278" y="8"/>
                </a:cubicBezTo>
                <a:lnTo>
                  <a:pt x="38514" y="17"/>
                </a:lnTo>
                <a:cubicBezTo>
                  <a:pt x="38339" y="18"/>
                  <a:pt x="38168" y="18"/>
                  <a:pt x="37996" y="18"/>
                </a:cubicBezTo>
                <a:cubicBezTo>
                  <a:pt x="37581" y="18"/>
                  <a:pt x="37166" y="15"/>
                  <a:pt x="36716" y="12"/>
                </a:cubicBezTo>
                <a:cubicBezTo>
                  <a:pt x="36093" y="8"/>
                  <a:pt x="35428" y="0"/>
                  <a:pt x="347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0753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1" name="Google Shape;17141;p58"/>
          <p:cNvSpPr txBox="1">
            <a:spLocks noGrp="1"/>
          </p:cNvSpPr>
          <p:nvPr>
            <p:ph type="title"/>
          </p:nvPr>
        </p:nvSpPr>
        <p:spPr>
          <a:xfrm>
            <a:off x="1806034" y="219466"/>
            <a:ext cx="6779672" cy="668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>
              <a:lnSpc>
                <a:spcPts val="1450"/>
              </a:lnSpc>
            </a:pPr>
            <a:r>
              <a:rPr lang="en-GB" dirty="0" err="1">
                <a:solidFill>
                  <a:srgbClr val="14182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Bahij Nazanin" panose="02040503050201020203" pitchFamily="18" charset="-78"/>
              </a:rPr>
              <a:t>ا</a:t>
            </a:r>
            <a:r>
              <a:rPr lang="ps-AF" dirty="0">
                <a:solidFill>
                  <a:srgbClr val="14182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Bahij Nazanin" panose="02040503050201020203" pitchFamily="18" charset="-78"/>
              </a:rPr>
              <a:t>دامه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142" name="Google Shape;17142;p58"/>
          <p:cNvSpPr txBox="1">
            <a:spLocks noGrp="1"/>
          </p:cNvSpPr>
          <p:nvPr>
            <p:ph type="subTitle" idx="1"/>
          </p:nvPr>
        </p:nvSpPr>
        <p:spPr>
          <a:xfrm>
            <a:off x="945222" y="595643"/>
            <a:ext cx="7695030" cy="41124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-   د تخلیقي لیکنې سرلیک طنزي هم کېدای شي.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د تخلیقي لیکنې په سرلیک کې مبالغه، تشبه یا بل داسې صنعت کارولی شو چې خبره </a:t>
            </a:r>
            <a:r>
              <a:rPr lang="ps-AF" sz="2000" dirty="0" smtClean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تخیلي </a:t>
            </a: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کړي.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-   په څېړنیزه لیکنه کې  بیا مبالغه، یا بل داسې څه نه شو کارولی چې خبره </a:t>
            </a:r>
            <a:r>
              <a:rPr lang="ps-AF" sz="2000" dirty="0" smtClean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تخیلي </a:t>
            </a: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کړي. 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د تخلیقي لیکنې عنوان ښايي کوم بیت یا نیم بیتي وي او منظوم وي.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‌ -   د څېړنیزې لیکنې عنوان باید نثري وي.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-   د څېړنیزو لیکنو عنوان باید د څېړنې کلیدي وییونه ولري، ځکه چې دا چاره بیا له نیولیک لیکونکو سره مرسته کوي.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</p:txBody>
      </p:sp>
      <p:sp>
        <p:nvSpPr>
          <p:cNvPr id="17183" name="Google Shape;17183;p58"/>
          <p:cNvSpPr/>
          <p:nvPr/>
        </p:nvSpPr>
        <p:spPr>
          <a:xfrm>
            <a:off x="1129437" y="4675550"/>
            <a:ext cx="6885124" cy="32550"/>
          </a:xfrm>
          <a:custGeom>
            <a:avLst/>
            <a:gdLst/>
            <a:ahLst/>
            <a:cxnLst/>
            <a:rect l="l" t="t" r="r" b="b"/>
            <a:pathLst>
              <a:path w="57726" h="379" extrusionOk="0">
                <a:moveTo>
                  <a:pt x="34730" y="0"/>
                </a:moveTo>
                <a:lnTo>
                  <a:pt x="32728" y="4"/>
                </a:lnTo>
                <a:cubicBezTo>
                  <a:pt x="30012" y="12"/>
                  <a:pt x="27201" y="17"/>
                  <a:pt x="24341" y="29"/>
                </a:cubicBezTo>
                <a:cubicBezTo>
                  <a:pt x="23545" y="33"/>
                  <a:pt x="22774" y="41"/>
                  <a:pt x="22019" y="41"/>
                </a:cubicBezTo>
                <a:cubicBezTo>
                  <a:pt x="21939" y="42"/>
                  <a:pt x="21859" y="42"/>
                  <a:pt x="21779" y="42"/>
                </a:cubicBezTo>
                <a:cubicBezTo>
                  <a:pt x="21119" y="42"/>
                  <a:pt x="20453" y="28"/>
                  <a:pt x="19762" y="21"/>
                </a:cubicBezTo>
                <a:cubicBezTo>
                  <a:pt x="19372" y="12"/>
                  <a:pt x="18982" y="12"/>
                  <a:pt x="18580" y="12"/>
                </a:cubicBezTo>
                <a:cubicBezTo>
                  <a:pt x="18174" y="17"/>
                  <a:pt x="17784" y="21"/>
                  <a:pt x="17411" y="29"/>
                </a:cubicBezTo>
                <a:cubicBezTo>
                  <a:pt x="16797" y="39"/>
                  <a:pt x="16240" y="52"/>
                  <a:pt x="15692" y="52"/>
                </a:cubicBezTo>
                <a:cubicBezTo>
                  <a:pt x="15565" y="52"/>
                  <a:pt x="15440" y="51"/>
                  <a:pt x="15314" y="49"/>
                </a:cubicBezTo>
                <a:cubicBezTo>
                  <a:pt x="14624" y="45"/>
                  <a:pt x="13931" y="33"/>
                  <a:pt x="13221" y="25"/>
                </a:cubicBezTo>
                <a:cubicBezTo>
                  <a:pt x="12864" y="23"/>
                  <a:pt x="12512" y="22"/>
                  <a:pt x="12167" y="22"/>
                </a:cubicBezTo>
                <a:cubicBezTo>
                  <a:pt x="11822" y="22"/>
                  <a:pt x="11483" y="23"/>
                  <a:pt x="11153" y="25"/>
                </a:cubicBezTo>
                <a:cubicBezTo>
                  <a:pt x="10493" y="29"/>
                  <a:pt x="9881" y="29"/>
                  <a:pt x="9278" y="29"/>
                </a:cubicBezTo>
                <a:cubicBezTo>
                  <a:pt x="8642" y="29"/>
                  <a:pt x="8043" y="33"/>
                  <a:pt x="7485" y="37"/>
                </a:cubicBezTo>
                <a:cubicBezTo>
                  <a:pt x="6927" y="41"/>
                  <a:pt x="6389" y="41"/>
                  <a:pt x="5913" y="41"/>
                </a:cubicBezTo>
                <a:cubicBezTo>
                  <a:pt x="5429" y="37"/>
                  <a:pt x="4953" y="33"/>
                  <a:pt x="4489" y="29"/>
                </a:cubicBezTo>
                <a:cubicBezTo>
                  <a:pt x="4026" y="21"/>
                  <a:pt x="3579" y="21"/>
                  <a:pt x="3156" y="21"/>
                </a:cubicBezTo>
                <a:cubicBezTo>
                  <a:pt x="2754" y="25"/>
                  <a:pt x="2393" y="29"/>
                  <a:pt x="2064" y="33"/>
                </a:cubicBezTo>
                <a:cubicBezTo>
                  <a:pt x="755" y="53"/>
                  <a:pt x="9" y="86"/>
                  <a:pt x="5" y="136"/>
                </a:cubicBezTo>
                <a:cubicBezTo>
                  <a:pt x="0" y="189"/>
                  <a:pt x="751" y="214"/>
                  <a:pt x="2073" y="218"/>
                </a:cubicBezTo>
                <a:cubicBezTo>
                  <a:pt x="2401" y="222"/>
                  <a:pt x="2770" y="222"/>
                  <a:pt x="3164" y="222"/>
                </a:cubicBezTo>
                <a:cubicBezTo>
                  <a:pt x="3529" y="222"/>
                  <a:pt x="3935" y="230"/>
                  <a:pt x="4387" y="234"/>
                </a:cubicBezTo>
                <a:cubicBezTo>
                  <a:pt x="4842" y="238"/>
                  <a:pt x="5347" y="250"/>
                  <a:pt x="5905" y="250"/>
                </a:cubicBezTo>
                <a:cubicBezTo>
                  <a:pt x="6471" y="250"/>
                  <a:pt x="7029" y="246"/>
                  <a:pt x="7604" y="238"/>
                </a:cubicBezTo>
                <a:cubicBezTo>
                  <a:pt x="8182" y="234"/>
                  <a:pt x="8765" y="226"/>
                  <a:pt x="9356" y="226"/>
                </a:cubicBezTo>
                <a:cubicBezTo>
                  <a:pt x="9996" y="222"/>
                  <a:pt x="10648" y="214"/>
                  <a:pt x="11301" y="209"/>
                </a:cubicBezTo>
                <a:cubicBezTo>
                  <a:pt x="11781" y="203"/>
                  <a:pt x="12251" y="200"/>
                  <a:pt x="12727" y="200"/>
                </a:cubicBezTo>
                <a:cubicBezTo>
                  <a:pt x="12902" y="200"/>
                  <a:pt x="13077" y="200"/>
                  <a:pt x="13254" y="201"/>
                </a:cubicBezTo>
                <a:cubicBezTo>
                  <a:pt x="13923" y="205"/>
                  <a:pt x="14637" y="214"/>
                  <a:pt x="15400" y="214"/>
                </a:cubicBezTo>
                <a:cubicBezTo>
                  <a:pt x="15469" y="214"/>
                  <a:pt x="15538" y="214"/>
                  <a:pt x="15607" y="214"/>
                </a:cubicBezTo>
                <a:cubicBezTo>
                  <a:pt x="16324" y="214"/>
                  <a:pt x="17030" y="196"/>
                  <a:pt x="17677" y="181"/>
                </a:cubicBezTo>
                <a:cubicBezTo>
                  <a:pt x="18038" y="172"/>
                  <a:pt x="18387" y="168"/>
                  <a:pt x="18728" y="168"/>
                </a:cubicBezTo>
                <a:cubicBezTo>
                  <a:pt x="19077" y="168"/>
                  <a:pt x="19442" y="168"/>
                  <a:pt x="19815" y="172"/>
                </a:cubicBezTo>
                <a:cubicBezTo>
                  <a:pt x="20558" y="185"/>
                  <a:pt x="21358" y="197"/>
                  <a:pt x="22170" y="197"/>
                </a:cubicBezTo>
                <a:cubicBezTo>
                  <a:pt x="22966" y="197"/>
                  <a:pt x="23746" y="189"/>
                  <a:pt x="24509" y="189"/>
                </a:cubicBezTo>
                <a:lnTo>
                  <a:pt x="32847" y="218"/>
                </a:lnTo>
                <a:lnTo>
                  <a:pt x="34833" y="222"/>
                </a:lnTo>
                <a:cubicBezTo>
                  <a:pt x="35444" y="226"/>
                  <a:pt x="36076" y="234"/>
                  <a:pt x="36704" y="242"/>
                </a:cubicBezTo>
                <a:cubicBezTo>
                  <a:pt x="37336" y="250"/>
                  <a:pt x="38013" y="255"/>
                  <a:pt x="38616" y="255"/>
                </a:cubicBezTo>
                <a:lnTo>
                  <a:pt x="41189" y="255"/>
                </a:lnTo>
                <a:cubicBezTo>
                  <a:pt x="41452" y="259"/>
                  <a:pt x="41694" y="259"/>
                  <a:pt x="41948" y="263"/>
                </a:cubicBezTo>
                <a:cubicBezTo>
                  <a:pt x="42449" y="271"/>
                  <a:pt x="42953" y="279"/>
                  <a:pt x="43450" y="287"/>
                </a:cubicBezTo>
                <a:lnTo>
                  <a:pt x="44193" y="300"/>
                </a:lnTo>
                <a:lnTo>
                  <a:pt x="44898" y="300"/>
                </a:lnTo>
                <a:lnTo>
                  <a:pt x="46142" y="312"/>
                </a:lnTo>
                <a:cubicBezTo>
                  <a:pt x="46917" y="316"/>
                  <a:pt x="47594" y="320"/>
                  <a:pt x="48140" y="324"/>
                </a:cubicBezTo>
                <a:lnTo>
                  <a:pt x="49404" y="341"/>
                </a:lnTo>
                <a:lnTo>
                  <a:pt x="51156" y="357"/>
                </a:lnTo>
                <a:cubicBezTo>
                  <a:pt x="51468" y="359"/>
                  <a:pt x="51764" y="360"/>
                  <a:pt x="52045" y="360"/>
                </a:cubicBezTo>
                <a:cubicBezTo>
                  <a:pt x="52325" y="360"/>
                  <a:pt x="52590" y="359"/>
                  <a:pt x="52838" y="357"/>
                </a:cubicBezTo>
                <a:cubicBezTo>
                  <a:pt x="53339" y="353"/>
                  <a:pt x="53786" y="353"/>
                  <a:pt x="54172" y="353"/>
                </a:cubicBezTo>
                <a:cubicBezTo>
                  <a:pt x="54562" y="353"/>
                  <a:pt x="54947" y="357"/>
                  <a:pt x="55296" y="365"/>
                </a:cubicBezTo>
                <a:cubicBezTo>
                  <a:pt x="55872" y="372"/>
                  <a:pt x="56377" y="379"/>
                  <a:pt x="56773" y="379"/>
                </a:cubicBezTo>
                <a:cubicBezTo>
                  <a:pt x="56862" y="379"/>
                  <a:pt x="56946" y="378"/>
                  <a:pt x="57024" y="378"/>
                </a:cubicBezTo>
                <a:cubicBezTo>
                  <a:pt x="57442" y="378"/>
                  <a:pt x="57680" y="365"/>
                  <a:pt x="57705" y="345"/>
                </a:cubicBezTo>
                <a:cubicBezTo>
                  <a:pt x="57725" y="324"/>
                  <a:pt x="57541" y="300"/>
                  <a:pt x="57179" y="271"/>
                </a:cubicBezTo>
                <a:cubicBezTo>
                  <a:pt x="56822" y="242"/>
                  <a:pt x="56297" y="205"/>
                  <a:pt x="55579" y="168"/>
                </a:cubicBezTo>
                <a:cubicBezTo>
                  <a:pt x="55218" y="148"/>
                  <a:pt x="54804" y="131"/>
                  <a:pt x="54328" y="119"/>
                </a:cubicBezTo>
                <a:cubicBezTo>
                  <a:pt x="53852" y="107"/>
                  <a:pt x="53343" y="99"/>
                  <a:pt x="52834" y="95"/>
                </a:cubicBezTo>
                <a:cubicBezTo>
                  <a:pt x="52325" y="90"/>
                  <a:pt x="51812" y="90"/>
                  <a:pt x="51316" y="82"/>
                </a:cubicBezTo>
                <a:cubicBezTo>
                  <a:pt x="50766" y="74"/>
                  <a:pt x="50167" y="66"/>
                  <a:pt x="49556" y="58"/>
                </a:cubicBezTo>
                <a:lnTo>
                  <a:pt x="48263" y="45"/>
                </a:lnTo>
                <a:cubicBezTo>
                  <a:pt x="47697" y="41"/>
                  <a:pt x="47007" y="41"/>
                  <a:pt x="46211" y="37"/>
                </a:cubicBezTo>
                <a:lnTo>
                  <a:pt x="44935" y="33"/>
                </a:lnTo>
                <a:lnTo>
                  <a:pt x="44271" y="33"/>
                </a:lnTo>
                <a:cubicBezTo>
                  <a:pt x="44049" y="33"/>
                  <a:pt x="43815" y="29"/>
                  <a:pt x="43577" y="25"/>
                </a:cubicBezTo>
                <a:cubicBezTo>
                  <a:pt x="43097" y="21"/>
                  <a:pt x="42576" y="12"/>
                  <a:pt x="42014" y="8"/>
                </a:cubicBezTo>
                <a:cubicBezTo>
                  <a:pt x="41822" y="7"/>
                  <a:pt x="41630" y="7"/>
                  <a:pt x="41437" y="7"/>
                </a:cubicBezTo>
                <a:cubicBezTo>
                  <a:pt x="41051" y="7"/>
                  <a:pt x="40664" y="8"/>
                  <a:pt x="40278" y="8"/>
                </a:cubicBezTo>
                <a:lnTo>
                  <a:pt x="38514" y="17"/>
                </a:lnTo>
                <a:cubicBezTo>
                  <a:pt x="38339" y="18"/>
                  <a:pt x="38168" y="18"/>
                  <a:pt x="37996" y="18"/>
                </a:cubicBezTo>
                <a:cubicBezTo>
                  <a:pt x="37581" y="18"/>
                  <a:pt x="37166" y="15"/>
                  <a:pt x="36716" y="12"/>
                </a:cubicBezTo>
                <a:cubicBezTo>
                  <a:pt x="36093" y="8"/>
                  <a:pt x="35428" y="0"/>
                  <a:pt x="347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656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1" name="Google Shape;17141;p58"/>
          <p:cNvSpPr txBox="1">
            <a:spLocks noGrp="1"/>
          </p:cNvSpPr>
          <p:nvPr>
            <p:ph type="title"/>
          </p:nvPr>
        </p:nvSpPr>
        <p:spPr>
          <a:xfrm>
            <a:off x="2332892" y="192570"/>
            <a:ext cx="6252813" cy="1091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ps-AF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ahij Nazanin" panose="02040503050201020203" pitchFamily="18" charset="-78"/>
              </a:rPr>
              <a:t>سرلیک باید څومره وي؟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42" name="Google Shape;17142;p58"/>
          <p:cNvSpPr txBox="1">
            <a:spLocks noGrp="1"/>
          </p:cNvSpPr>
          <p:nvPr>
            <p:ph type="subTitle" idx="1"/>
          </p:nvPr>
        </p:nvSpPr>
        <p:spPr>
          <a:xfrm>
            <a:off x="672353" y="868717"/>
            <a:ext cx="7967898" cy="3708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</a:t>
            </a: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   سرلیک باید اوږد نه وي.‌ 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ډېر وخت د څېړنیزو لیکنو عنوانونه اوږدېږي.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تخیلقي یا عادي لیکنو کې دا ستونزه ډېره نه وي.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د امریکا د ارواپوهنې انجمن مجلې (</a:t>
            </a:r>
            <a:r>
              <a:rPr lang="en-GB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APA</a:t>
            </a: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) د څېړنیز اثر د سرلیک لپاره وروستی حد ۱۲ کلمې ټاکلی دی. 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ښه ده چې زموږ د لیکنو عنوان هم تر ۱۲ کلمو کم وي.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</p:txBody>
      </p:sp>
      <p:sp>
        <p:nvSpPr>
          <p:cNvPr id="17183" name="Google Shape;17183;p58"/>
          <p:cNvSpPr/>
          <p:nvPr/>
        </p:nvSpPr>
        <p:spPr>
          <a:xfrm>
            <a:off x="1129437" y="4675550"/>
            <a:ext cx="6885124" cy="32550"/>
          </a:xfrm>
          <a:custGeom>
            <a:avLst/>
            <a:gdLst/>
            <a:ahLst/>
            <a:cxnLst/>
            <a:rect l="l" t="t" r="r" b="b"/>
            <a:pathLst>
              <a:path w="57726" h="379" extrusionOk="0">
                <a:moveTo>
                  <a:pt x="34730" y="0"/>
                </a:moveTo>
                <a:lnTo>
                  <a:pt x="32728" y="4"/>
                </a:lnTo>
                <a:cubicBezTo>
                  <a:pt x="30012" y="12"/>
                  <a:pt x="27201" y="17"/>
                  <a:pt x="24341" y="29"/>
                </a:cubicBezTo>
                <a:cubicBezTo>
                  <a:pt x="23545" y="33"/>
                  <a:pt x="22774" y="41"/>
                  <a:pt x="22019" y="41"/>
                </a:cubicBezTo>
                <a:cubicBezTo>
                  <a:pt x="21939" y="42"/>
                  <a:pt x="21859" y="42"/>
                  <a:pt x="21779" y="42"/>
                </a:cubicBezTo>
                <a:cubicBezTo>
                  <a:pt x="21119" y="42"/>
                  <a:pt x="20453" y="28"/>
                  <a:pt x="19762" y="21"/>
                </a:cubicBezTo>
                <a:cubicBezTo>
                  <a:pt x="19372" y="12"/>
                  <a:pt x="18982" y="12"/>
                  <a:pt x="18580" y="12"/>
                </a:cubicBezTo>
                <a:cubicBezTo>
                  <a:pt x="18174" y="17"/>
                  <a:pt x="17784" y="21"/>
                  <a:pt x="17411" y="29"/>
                </a:cubicBezTo>
                <a:cubicBezTo>
                  <a:pt x="16797" y="39"/>
                  <a:pt x="16240" y="52"/>
                  <a:pt x="15692" y="52"/>
                </a:cubicBezTo>
                <a:cubicBezTo>
                  <a:pt x="15565" y="52"/>
                  <a:pt x="15440" y="51"/>
                  <a:pt x="15314" y="49"/>
                </a:cubicBezTo>
                <a:cubicBezTo>
                  <a:pt x="14624" y="45"/>
                  <a:pt x="13931" y="33"/>
                  <a:pt x="13221" y="25"/>
                </a:cubicBezTo>
                <a:cubicBezTo>
                  <a:pt x="12864" y="23"/>
                  <a:pt x="12512" y="22"/>
                  <a:pt x="12167" y="22"/>
                </a:cubicBezTo>
                <a:cubicBezTo>
                  <a:pt x="11822" y="22"/>
                  <a:pt x="11483" y="23"/>
                  <a:pt x="11153" y="25"/>
                </a:cubicBezTo>
                <a:cubicBezTo>
                  <a:pt x="10493" y="29"/>
                  <a:pt x="9881" y="29"/>
                  <a:pt x="9278" y="29"/>
                </a:cubicBezTo>
                <a:cubicBezTo>
                  <a:pt x="8642" y="29"/>
                  <a:pt x="8043" y="33"/>
                  <a:pt x="7485" y="37"/>
                </a:cubicBezTo>
                <a:cubicBezTo>
                  <a:pt x="6927" y="41"/>
                  <a:pt x="6389" y="41"/>
                  <a:pt x="5913" y="41"/>
                </a:cubicBezTo>
                <a:cubicBezTo>
                  <a:pt x="5429" y="37"/>
                  <a:pt x="4953" y="33"/>
                  <a:pt x="4489" y="29"/>
                </a:cubicBezTo>
                <a:cubicBezTo>
                  <a:pt x="4026" y="21"/>
                  <a:pt x="3579" y="21"/>
                  <a:pt x="3156" y="21"/>
                </a:cubicBezTo>
                <a:cubicBezTo>
                  <a:pt x="2754" y="25"/>
                  <a:pt x="2393" y="29"/>
                  <a:pt x="2064" y="33"/>
                </a:cubicBezTo>
                <a:cubicBezTo>
                  <a:pt x="755" y="53"/>
                  <a:pt x="9" y="86"/>
                  <a:pt x="5" y="136"/>
                </a:cubicBezTo>
                <a:cubicBezTo>
                  <a:pt x="0" y="189"/>
                  <a:pt x="751" y="214"/>
                  <a:pt x="2073" y="218"/>
                </a:cubicBezTo>
                <a:cubicBezTo>
                  <a:pt x="2401" y="222"/>
                  <a:pt x="2770" y="222"/>
                  <a:pt x="3164" y="222"/>
                </a:cubicBezTo>
                <a:cubicBezTo>
                  <a:pt x="3529" y="222"/>
                  <a:pt x="3935" y="230"/>
                  <a:pt x="4387" y="234"/>
                </a:cubicBezTo>
                <a:cubicBezTo>
                  <a:pt x="4842" y="238"/>
                  <a:pt x="5347" y="250"/>
                  <a:pt x="5905" y="250"/>
                </a:cubicBezTo>
                <a:cubicBezTo>
                  <a:pt x="6471" y="250"/>
                  <a:pt x="7029" y="246"/>
                  <a:pt x="7604" y="238"/>
                </a:cubicBezTo>
                <a:cubicBezTo>
                  <a:pt x="8182" y="234"/>
                  <a:pt x="8765" y="226"/>
                  <a:pt x="9356" y="226"/>
                </a:cubicBezTo>
                <a:cubicBezTo>
                  <a:pt x="9996" y="222"/>
                  <a:pt x="10648" y="214"/>
                  <a:pt x="11301" y="209"/>
                </a:cubicBezTo>
                <a:cubicBezTo>
                  <a:pt x="11781" y="203"/>
                  <a:pt x="12251" y="200"/>
                  <a:pt x="12727" y="200"/>
                </a:cubicBezTo>
                <a:cubicBezTo>
                  <a:pt x="12902" y="200"/>
                  <a:pt x="13077" y="200"/>
                  <a:pt x="13254" y="201"/>
                </a:cubicBezTo>
                <a:cubicBezTo>
                  <a:pt x="13923" y="205"/>
                  <a:pt x="14637" y="214"/>
                  <a:pt x="15400" y="214"/>
                </a:cubicBezTo>
                <a:cubicBezTo>
                  <a:pt x="15469" y="214"/>
                  <a:pt x="15538" y="214"/>
                  <a:pt x="15607" y="214"/>
                </a:cubicBezTo>
                <a:cubicBezTo>
                  <a:pt x="16324" y="214"/>
                  <a:pt x="17030" y="196"/>
                  <a:pt x="17677" y="181"/>
                </a:cubicBezTo>
                <a:cubicBezTo>
                  <a:pt x="18038" y="172"/>
                  <a:pt x="18387" y="168"/>
                  <a:pt x="18728" y="168"/>
                </a:cubicBezTo>
                <a:cubicBezTo>
                  <a:pt x="19077" y="168"/>
                  <a:pt x="19442" y="168"/>
                  <a:pt x="19815" y="172"/>
                </a:cubicBezTo>
                <a:cubicBezTo>
                  <a:pt x="20558" y="185"/>
                  <a:pt x="21358" y="197"/>
                  <a:pt x="22170" y="197"/>
                </a:cubicBezTo>
                <a:cubicBezTo>
                  <a:pt x="22966" y="197"/>
                  <a:pt x="23746" y="189"/>
                  <a:pt x="24509" y="189"/>
                </a:cubicBezTo>
                <a:lnTo>
                  <a:pt x="32847" y="218"/>
                </a:lnTo>
                <a:lnTo>
                  <a:pt x="34833" y="222"/>
                </a:lnTo>
                <a:cubicBezTo>
                  <a:pt x="35444" y="226"/>
                  <a:pt x="36076" y="234"/>
                  <a:pt x="36704" y="242"/>
                </a:cubicBezTo>
                <a:cubicBezTo>
                  <a:pt x="37336" y="250"/>
                  <a:pt x="38013" y="255"/>
                  <a:pt x="38616" y="255"/>
                </a:cubicBezTo>
                <a:lnTo>
                  <a:pt x="41189" y="255"/>
                </a:lnTo>
                <a:cubicBezTo>
                  <a:pt x="41452" y="259"/>
                  <a:pt x="41694" y="259"/>
                  <a:pt x="41948" y="263"/>
                </a:cubicBezTo>
                <a:cubicBezTo>
                  <a:pt x="42449" y="271"/>
                  <a:pt x="42953" y="279"/>
                  <a:pt x="43450" y="287"/>
                </a:cubicBezTo>
                <a:lnTo>
                  <a:pt x="44193" y="300"/>
                </a:lnTo>
                <a:lnTo>
                  <a:pt x="44898" y="300"/>
                </a:lnTo>
                <a:lnTo>
                  <a:pt x="46142" y="312"/>
                </a:lnTo>
                <a:cubicBezTo>
                  <a:pt x="46917" y="316"/>
                  <a:pt x="47594" y="320"/>
                  <a:pt x="48140" y="324"/>
                </a:cubicBezTo>
                <a:lnTo>
                  <a:pt x="49404" y="341"/>
                </a:lnTo>
                <a:lnTo>
                  <a:pt x="51156" y="357"/>
                </a:lnTo>
                <a:cubicBezTo>
                  <a:pt x="51468" y="359"/>
                  <a:pt x="51764" y="360"/>
                  <a:pt x="52045" y="360"/>
                </a:cubicBezTo>
                <a:cubicBezTo>
                  <a:pt x="52325" y="360"/>
                  <a:pt x="52590" y="359"/>
                  <a:pt x="52838" y="357"/>
                </a:cubicBezTo>
                <a:cubicBezTo>
                  <a:pt x="53339" y="353"/>
                  <a:pt x="53786" y="353"/>
                  <a:pt x="54172" y="353"/>
                </a:cubicBezTo>
                <a:cubicBezTo>
                  <a:pt x="54562" y="353"/>
                  <a:pt x="54947" y="357"/>
                  <a:pt x="55296" y="365"/>
                </a:cubicBezTo>
                <a:cubicBezTo>
                  <a:pt x="55872" y="372"/>
                  <a:pt x="56377" y="379"/>
                  <a:pt x="56773" y="379"/>
                </a:cubicBezTo>
                <a:cubicBezTo>
                  <a:pt x="56862" y="379"/>
                  <a:pt x="56946" y="378"/>
                  <a:pt x="57024" y="378"/>
                </a:cubicBezTo>
                <a:cubicBezTo>
                  <a:pt x="57442" y="378"/>
                  <a:pt x="57680" y="365"/>
                  <a:pt x="57705" y="345"/>
                </a:cubicBezTo>
                <a:cubicBezTo>
                  <a:pt x="57725" y="324"/>
                  <a:pt x="57541" y="300"/>
                  <a:pt x="57179" y="271"/>
                </a:cubicBezTo>
                <a:cubicBezTo>
                  <a:pt x="56822" y="242"/>
                  <a:pt x="56297" y="205"/>
                  <a:pt x="55579" y="168"/>
                </a:cubicBezTo>
                <a:cubicBezTo>
                  <a:pt x="55218" y="148"/>
                  <a:pt x="54804" y="131"/>
                  <a:pt x="54328" y="119"/>
                </a:cubicBezTo>
                <a:cubicBezTo>
                  <a:pt x="53852" y="107"/>
                  <a:pt x="53343" y="99"/>
                  <a:pt x="52834" y="95"/>
                </a:cubicBezTo>
                <a:cubicBezTo>
                  <a:pt x="52325" y="90"/>
                  <a:pt x="51812" y="90"/>
                  <a:pt x="51316" y="82"/>
                </a:cubicBezTo>
                <a:cubicBezTo>
                  <a:pt x="50766" y="74"/>
                  <a:pt x="50167" y="66"/>
                  <a:pt x="49556" y="58"/>
                </a:cubicBezTo>
                <a:lnTo>
                  <a:pt x="48263" y="45"/>
                </a:lnTo>
                <a:cubicBezTo>
                  <a:pt x="47697" y="41"/>
                  <a:pt x="47007" y="41"/>
                  <a:pt x="46211" y="37"/>
                </a:cubicBezTo>
                <a:lnTo>
                  <a:pt x="44935" y="33"/>
                </a:lnTo>
                <a:lnTo>
                  <a:pt x="44271" y="33"/>
                </a:lnTo>
                <a:cubicBezTo>
                  <a:pt x="44049" y="33"/>
                  <a:pt x="43815" y="29"/>
                  <a:pt x="43577" y="25"/>
                </a:cubicBezTo>
                <a:cubicBezTo>
                  <a:pt x="43097" y="21"/>
                  <a:pt x="42576" y="12"/>
                  <a:pt x="42014" y="8"/>
                </a:cubicBezTo>
                <a:cubicBezTo>
                  <a:pt x="41822" y="7"/>
                  <a:pt x="41630" y="7"/>
                  <a:pt x="41437" y="7"/>
                </a:cubicBezTo>
                <a:cubicBezTo>
                  <a:pt x="41051" y="7"/>
                  <a:pt x="40664" y="8"/>
                  <a:pt x="40278" y="8"/>
                </a:cubicBezTo>
                <a:lnTo>
                  <a:pt x="38514" y="17"/>
                </a:lnTo>
                <a:cubicBezTo>
                  <a:pt x="38339" y="18"/>
                  <a:pt x="38168" y="18"/>
                  <a:pt x="37996" y="18"/>
                </a:cubicBezTo>
                <a:cubicBezTo>
                  <a:pt x="37581" y="18"/>
                  <a:pt x="37166" y="15"/>
                  <a:pt x="36716" y="12"/>
                </a:cubicBezTo>
                <a:cubicBezTo>
                  <a:pt x="36093" y="8"/>
                  <a:pt x="35428" y="0"/>
                  <a:pt x="347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9398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1" name="Google Shape;17141;p58"/>
          <p:cNvSpPr txBox="1">
            <a:spLocks noGrp="1"/>
          </p:cNvSpPr>
          <p:nvPr>
            <p:ph type="title"/>
          </p:nvPr>
        </p:nvSpPr>
        <p:spPr>
          <a:xfrm>
            <a:off x="2387438" y="280494"/>
            <a:ext cx="6252813" cy="1091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 fontAlgn="base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له اوږده عنوان سره څه وکړو؟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42" name="Google Shape;17142;p58"/>
          <p:cNvSpPr txBox="1">
            <a:spLocks noGrp="1"/>
          </p:cNvSpPr>
          <p:nvPr>
            <p:ph type="subTitle" idx="1"/>
          </p:nvPr>
        </p:nvSpPr>
        <p:spPr>
          <a:xfrm>
            <a:off x="831273" y="1072664"/>
            <a:ext cx="7808978" cy="33143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که د لیکنې سرلیک ډېر اوږد و او د لنډېدو لاره یې نه وه، نو پر دوو برخو یې وویشئ؛ مثلا: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ctr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endParaRPr lang="en-GB" sz="2000" i="1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ctr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i="1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(له ۲۰۰۱ کال څخه تر ۲۰۲۱ کال پورې پښتو ته د را ژباړل شوو لنډو کیسو محتوايي ارزونه)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اوس مو دا عنوان په دوو برخو داسې ویشلی شو: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ctr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پښتو ته د را ژباړل شوو لنډو کیسو محتوايي څېړنه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ctr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( ۲۰۰۱- ۲۰۲۱)</a:t>
            </a:r>
            <a:endParaRPr lang="en-US" sz="20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</p:txBody>
      </p:sp>
      <p:sp>
        <p:nvSpPr>
          <p:cNvPr id="17183" name="Google Shape;17183;p58"/>
          <p:cNvSpPr/>
          <p:nvPr/>
        </p:nvSpPr>
        <p:spPr>
          <a:xfrm>
            <a:off x="1129437" y="4675550"/>
            <a:ext cx="6885124" cy="32550"/>
          </a:xfrm>
          <a:custGeom>
            <a:avLst/>
            <a:gdLst/>
            <a:ahLst/>
            <a:cxnLst/>
            <a:rect l="l" t="t" r="r" b="b"/>
            <a:pathLst>
              <a:path w="57726" h="379" extrusionOk="0">
                <a:moveTo>
                  <a:pt x="34730" y="0"/>
                </a:moveTo>
                <a:lnTo>
                  <a:pt x="32728" y="4"/>
                </a:lnTo>
                <a:cubicBezTo>
                  <a:pt x="30012" y="12"/>
                  <a:pt x="27201" y="17"/>
                  <a:pt x="24341" y="29"/>
                </a:cubicBezTo>
                <a:cubicBezTo>
                  <a:pt x="23545" y="33"/>
                  <a:pt x="22774" y="41"/>
                  <a:pt x="22019" y="41"/>
                </a:cubicBezTo>
                <a:cubicBezTo>
                  <a:pt x="21939" y="42"/>
                  <a:pt x="21859" y="42"/>
                  <a:pt x="21779" y="42"/>
                </a:cubicBezTo>
                <a:cubicBezTo>
                  <a:pt x="21119" y="42"/>
                  <a:pt x="20453" y="28"/>
                  <a:pt x="19762" y="21"/>
                </a:cubicBezTo>
                <a:cubicBezTo>
                  <a:pt x="19372" y="12"/>
                  <a:pt x="18982" y="12"/>
                  <a:pt x="18580" y="12"/>
                </a:cubicBezTo>
                <a:cubicBezTo>
                  <a:pt x="18174" y="17"/>
                  <a:pt x="17784" y="21"/>
                  <a:pt x="17411" y="29"/>
                </a:cubicBezTo>
                <a:cubicBezTo>
                  <a:pt x="16797" y="39"/>
                  <a:pt x="16240" y="52"/>
                  <a:pt x="15692" y="52"/>
                </a:cubicBezTo>
                <a:cubicBezTo>
                  <a:pt x="15565" y="52"/>
                  <a:pt x="15440" y="51"/>
                  <a:pt x="15314" y="49"/>
                </a:cubicBezTo>
                <a:cubicBezTo>
                  <a:pt x="14624" y="45"/>
                  <a:pt x="13931" y="33"/>
                  <a:pt x="13221" y="25"/>
                </a:cubicBezTo>
                <a:cubicBezTo>
                  <a:pt x="12864" y="23"/>
                  <a:pt x="12512" y="22"/>
                  <a:pt x="12167" y="22"/>
                </a:cubicBezTo>
                <a:cubicBezTo>
                  <a:pt x="11822" y="22"/>
                  <a:pt x="11483" y="23"/>
                  <a:pt x="11153" y="25"/>
                </a:cubicBezTo>
                <a:cubicBezTo>
                  <a:pt x="10493" y="29"/>
                  <a:pt x="9881" y="29"/>
                  <a:pt x="9278" y="29"/>
                </a:cubicBezTo>
                <a:cubicBezTo>
                  <a:pt x="8642" y="29"/>
                  <a:pt x="8043" y="33"/>
                  <a:pt x="7485" y="37"/>
                </a:cubicBezTo>
                <a:cubicBezTo>
                  <a:pt x="6927" y="41"/>
                  <a:pt x="6389" y="41"/>
                  <a:pt x="5913" y="41"/>
                </a:cubicBezTo>
                <a:cubicBezTo>
                  <a:pt x="5429" y="37"/>
                  <a:pt x="4953" y="33"/>
                  <a:pt x="4489" y="29"/>
                </a:cubicBezTo>
                <a:cubicBezTo>
                  <a:pt x="4026" y="21"/>
                  <a:pt x="3579" y="21"/>
                  <a:pt x="3156" y="21"/>
                </a:cubicBezTo>
                <a:cubicBezTo>
                  <a:pt x="2754" y="25"/>
                  <a:pt x="2393" y="29"/>
                  <a:pt x="2064" y="33"/>
                </a:cubicBezTo>
                <a:cubicBezTo>
                  <a:pt x="755" y="53"/>
                  <a:pt x="9" y="86"/>
                  <a:pt x="5" y="136"/>
                </a:cubicBezTo>
                <a:cubicBezTo>
                  <a:pt x="0" y="189"/>
                  <a:pt x="751" y="214"/>
                  <a:pt x="2073" y="218"/>
                </a:cubicBezTo>
                <a:cubicBezTo>
                  <a:pt x="2401" y="222"/>
                  <a:pt x="2770" y="222"/>
                  <a:pt x="3164" y="222"/>
                </a:cubicBezTo>
                <a:cubicBezTo>
                  <a:pt x="3529" y="222"/>
                  <a:pt x="3935" y="230"/>
                  <a:pt x="4387" y="234"/>
                </a:cubicBezTo>
                <a:cubicBezTo>
                  <a:pt x="4842" y="238"/>
                  <a:pt x="5347" y="250"/>
                  <a:pt x="5905" y="250"/>
                </a:cubicBezTo>
                <a:cubicBezTo>
                  <a:pt x="6471" y="250"/>
                  <a:pt x="7029" y="246"/>
                  <a:pt x="7604" y="238"/>
                </a:cubicBezTo>
                <a:cubicBezTo>
                  <a:pt x="8182" y="234"/>
                  <a:pt x="8765" y="226"/>
                  <a:pt x="9356" y="226"/>
                </a:cubicBezTo>
                <a:cubicBezTo>
                  <a:pt x="9996" y="222"/>
                  <a:pt x="10648" y="214"/>
                  <a:pt x="11301" y="209"/>
                </a:cubicBezTo>
                <a:cubicBezTo>
                  <a:pt x="11781" y="203"/>
                  <a:pt x="12251" y="200"/>
                  <a:pt x="12727" y="200"/>
                </a:cubicBezTo>
                <a:cubicBezTo>
                  <a:pt x="12902" y="200"/>
                  <a:pt x="13077" y="200"/>
                  <a:pt x="13254" y="201"/>
                </a:cubicBezTo>
                <a:cubicBezTo>
                  <a:pt x="13923" y="205"/>
                  <a:pt x="14637" y="214"/>
                  <a:pt x="15400" y="214"/>
                </a:cubicBezTo>
                <a:cubicBezTo>
                  <a:pt x="15469" y="214"/>
                  <a:pt x="15538" y="214"/>
                  <a:pt x="15607" y="214"/>
                </a:cubicBezTo>
                <a:cubicBezTo>
                  <a:pt x="16324" y="214"/>
                  <a:pt x="17030" y="196"/>
                  <a:pt x="17677" y="181"/>
                </a:cubicBezTo>
                <a:cubicBezTo>
                  <a:pt x="18038" y="172"/>
                  <a:pt x="18387" y="168"/>
                  <a:pt x="18728" y="168"/>
                </a:cubicBezTo>
                <a:cubicBezTo>
                  <a:pt x="19077" y="168"/>
                  <a:pt x="19442" y="168"/>
                  <a:pt x="19815" y="172"/>
                </a:cubicBezTo>
                <a:cubicBezTo>
                  <a:pt x="20558" y="185"/>
                  <a:pt x="21358" y="197"/>
                  <a:pt x="22170" y="197"/>
                </a:cubicBezTo>
                <a:cubicBezTo>
                  <a:pt x="22966" y="197"/>
                  <a:pt x="23746" y="189"/>
                  <a:pt x="24509" y="189"/>
                </a:cubicBezTo>
                <a:lnTo>
                  <a:pt x="32847" y="218"/>
                </a:lnTo>
                <a:lnTo>
                  <a:pt x="34833" y="222"/>
                </a:lnTo>
                <a:cubicBezTo>
                  <a:pt x="35444" y="226"/>
                  <a:pt x="36076" y="234"/>
                  <a:pt x="36704" y="242"/>
                </a:cubicBezTo>
                <a:cubicBezTo>
                  <a:pt x="37336" y="250"/>
                  <a:pt x="38013" y="255"/>
                  <a:pt x="38616" y="255"/>
                </a:cubicBezTo>
                <a:lnTo>
                  <a:pt x="41189" y="255"/>
                </a:lnTo>
                <a:cubicBezTo>
                  <a:pt x="41452" y="259"/>
                  <a:pt x="41694" y="259"/>
                  <a:pt x="41948" y="263"/>
                </a:cubicBezTo>
                <a:cubicBezTo>
                  <a:pt x="42449" y="271"/>
                  <a:pt x="42953" y="279"/>
                  <a:pt x="43450" y="287"/>
                </a:cubicBezTo>
                <a:lnTo>
                  <a:pt x="44193" y="300"/>
                </a:lnTo>
                <a:lnTo>
                  <a:pt x="44898" y="300"/>
                </a:lnTo>
                <a:lnTo>
                  <a:pt x="46142" y="312"/>
                </a:lnTo>
                <a:cubicBezTo>
                  <a:pt x="46917" y="316"/>
                  <a:pt x="47594" y="320"/>
                  <a:pt x="48140" y="324"/>
                </a:cubicBezTo>
                <a:lnTo>
                  <a:pt x="49404" y="341"/>
                </a:lnTo>
                <a:lnTo>
                  <a:pt x="51156" y="357"/>
                </a:lnTo>
                <a:cubicBezTo>
                  <a:pt x="51468" y="359"/>
                  <a:pt x="51764" y="360"/>
                  <a:pt x="52045" y="360"/>
                </a:cubicBezTo>
                <a:cubicBezTo>
                  <a:pt x="52325" y="360"/>
                  <a:pt x="52590" y="359"/>
                  <a:pt x="52838" y="357"/>
                </a:cubicBezTo>
                <a:cubicBezTo>
                  <a:pt x="53339" y="353"/>
                  <a:pt x="53786" y="353"/>
                  <a:pt x="54172" y="353"/>
                </a:cubicBezTo>
                <a:cubicBezTo>
                  <a:pt x="54562" y="353"/>
                  <a:pt x="54947" y="357"/>
                  <a:pt x="55296" y="365"/>
                </a:cubicBezTo>
                <a:cubicBezTo>
                  <a:pt x="55872" y="372"/>
                  <a:pt x="56377" y="379"/>
                  <a:pt x="56773" y="379"/>
                </a:cubicBezTo>
                <a:cubicBezTo>
                  <a:pt x="56862" y="379"/>
                  <a:pt x="56946" y="378"/>
                  <a:pt x="57024" y="378"/>
                </a:cubicBezTo>
                <a:cubicBezTo>
                  <a:pt x="57442" y="378"/>
                  <a:pt x="57680" y="365"/>
                  <a:pt x="57705" y="345"/>
                </a:cubicBezTo>
                <a:cubicBezTo>
                  <a:pt x="57725" y="324"/>
                  <a:pt x="57541" y="300"/>
                  <a:pt x="57179" y="271"/>
                </a:cubicBezTo>
                <a:cubicBezTo>
                  <a:pt x="56822" y="242"/>
                  <a:pt x="56297" y="205"/>
                  <a:pt x="55579" y="168"/>
                </a:cubicBezTo>
                <a:cubicBezTo>
                  <a:pt x="55218" y="148"/>
                  <a:pt x="54804" y="131"/>
                  <a:pt x="54328" y="119"/>
                </a:cubicBezTo>
                <a:cubicBezTo>
                  <a:pt x="53852" y="107"/>
                  <a:pt x="53343" y="99"/>
                  <a:pt x="52834" y="95"/>
                </a:cubicBezTo>
                <a:cubicBezTo>
                  <a:pt x="52325" y="90"/>
                  <a:pt x="51812" y="90"/>
                  <a:pt x="51316" y="82"/>
                </a:cubicBezTo>
                <a:cubicBezTo>
                  <a:pt x="50766" y="74"/>
                  <a:pt x="50167" y="66"/>
                  <a:pt x="49556" y="58"/>
                </a:cubicBezTo>
                <a:lnTo>
                  <a:pt x="48263" y="45"/>
                </a:lnTo>
                <a:cubicBezTo>
                  <a:pt x="47697" y="41"/>
                  <a:pt x="47007" y="41"/>
                  <a:pt x="46211" y="37"/>
                </a:cubicBezTo>
                <a:lnTo>
                  <a:pt x="44935" y="33"/>
                </a:lnTo>
                <a:lnTo>
                  <a:pt x="44271" y="33"/>
                </a:lnTo>
                <a:cubicBezTo>
                  <a:pt x="44049" y="33"/>
                  <a:pt x="43815" y="29"/>
                  <a:pt x="43577" y="25"/>
                </a:cubicBezTo>
                <a:cubicBezTo>
                  <a:pt x="43097" y="21"/>
                  <a:pt x="42576" y="12"/>
                  <a:pt x="42014" y="8"/>
                </a:cubicBezTo>
                <a:cubicBezTo>
                  <a:pt x="41822" y="7"/>
                  <a:pt x="41630" y="7"/>
                  <a:pt x="41437" y="7"/>
                </a:cubicBezTo>
                <a:cubicBezTo>
                  <a:pt x="41051" y="7"/>
                  <a:pt x="40664" y="8"/>
                  <a:pt x="40278" y="8"/>
                </a:cubicBezTo>
                <a:lnTo>
                  <a:pt x="38514" y="17"/>
                </a:lnTo>
                <a:cubicBezTo>
                  <a:pt x="38339" y="18"/>
                  <a:pt x="38168" y="18"/>
                  <a:pt x="37996" y="18"/>
                </a:cubicBezTo>
                <a:cubicBezTo>
                  <a:pt x="37581" y="18"/>
                  <a:pt x="37166" y="15"/>
                  <a:pt x="36716" y="12"/>
                </a:cubicBezTo>
                <a:cubicBezTo>
                  <a:pt x="36093" y="8"/>
                  <a:pt x="35428" y="0"/>
                  <a:pt x="347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262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1" name="Google Shape;17141;p58"/>
          <p:cNvSpPr txBox="1">
            <a:spLocks noGrp="1"/>
          </p:cNvSpPr>
          <p:nvPr>
            <p:ph type="title"/>
          </p:nvPr>
        </p:nvSpPr>
        <p:spPr>
          <a:xfrm>
            <a:off x="2332892" y="107580"/>
            <a:ext cx="6252813" cy="1091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 fontAlgn="base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سرلیک څه وخت ولیکو؟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42" name="Google Shape;17142;p58"/>
          <p:cNvSpPr txBox="1">
            <a:spLocks noGrp="1"/>
          </p:cNvSpPr>
          <p:nvPr>
            <p:ph type="subTitle" idx="1"/>
          </p:nvPr>
        </p:nvSpPr>
        <p:spPr>
          <a:xfrm>
            <a:off x="0" y="838201"/>
            <a:ext cx="8640251" cy="3680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200" dirty="0"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</a:t>
            </a:r>
            <a:r>
              <a:rPr lang="ps-AF" sz="2200" dirty="0"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  </a:t>
            </a:r>
            <a:r>
              <a:rPr lang="ps-AF" sz="22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ښه ده چې تاسې لیکنې ته په پیل کې سرلیک وټاکئ.</a:t>
            </a:r>
            <a:endParaRPr lang="en-US" sz="22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2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‌ -   که په پیل کې مو ښه </a:t>
            </a:r>
            <a:r>
              <a:rPr lang="ps-AF" sz="2200" dirty="0" smtClean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سرلیک </a:t>
            </a:r>
            <a:r>
              <a:rPr lang="ps-AF" sz="22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پیدا نه کړ،‌ نو ستونزه نشته، لیکنه وکړئ او بیا ورته سرلیک وټاکئ،</a:t>
            </a:r>
            <a:endParaRPr lang="en-US" sz="22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2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‌-    آن له لیکنې څو ساعته او څو ورځې وروسته هم ورته سرلیک ټاکلی شئ.</a:t>
            </a:r>
            <a:endParaRPr lang="en-US" sz="22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  <a:p>
            <a:pPr marL="0" marR="0" algn="just" rtl="1" fontAlgn="base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2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  د لیکوالو تجربې متفاوتې دي، هر وخت کې چې ښه سرلیک لیکلی شئ، همغه وخت یې ولیکئ. </a:t>
            </a:r>
            <a:endParaRPr lang="en-US" sz="2200" dirty="0">
              <a:effectLst/>
              <a:latin typeface="Bahij Nazanin" panose="02040503050201020203" pitchFamily="18" charset="-78"/>
              <a:ea typeface="Calibri" panose="020F0502020204030204" pitchFamily="34" charset="0"/>
              <a:cs typeface="Bahij Nazanin" panose="02040503050201020203" pitchFamily="18" charset="-78"/>
            </a:endParaRPr>
          </a:p>
        </p:txBody>
      </p:sp>
      <p:sp>
        <p:nvSpPr>
          <p:cNvPr id="17183" name="Google Shape;17183;p58"/>
          <p:cNvSpPr/>
          <p:nvPr/>
        </p:nvSpPr>
        <p:spPr>
          <a:xfrm>
            <a:off x="1129437" y="4675550"/>
            <a:ext cx="6885124" cy="32550"/>
          </a:xfrm>
          <a:custGeom>
            <a:avLst/>
            <a:gdLst/>
            <a:ahLst/>
            <a:cxnLst/>
            <a:rect l="l" t="t" r="r" b="b"/>
            <a:pathLst>
              <a:path w="57726" h="379" extrusionOk="0">
                <a:moveTo>
                  <a:pt x="34730" y="0"/>
                </a:moveTo>
                <a:lnTo>
                  <a:pt x="32728" y="4"/>
                </a:lnTo>
                <a:cubicBezTo>
                  <a:pt x="30012" y="12"/>
                  <a:pt x="27201" y="17"/>
                  <a:pt x="24341" y="29"/>
                </a:cubicBezTo>
                <a:cubicBezTo>
                  <a:pt x="23545" y="33"/>
                  <a:pt x="22774" y="41"/>
                  <a:pt x="22019" y="41"/>
                </a:cubicBezTo>
                <a:cubicBezTo>
                  <a:pt x="21939" y="42"/>
                  <a:pt x="21859" y="42"/>
                  <a:pt x="21779" y="42"/>
                </a:cubicBezTo>
                <a:cubicBezTo>
                  <a:pt x="21119" y="42"/>
                  <a:pt x="20453" y="28"/>
                  <a:pt x="19762" y="21"/>
                </a:cubicBezTo>
                <a:cubicBezTo>
                  <a:pt x="19372" y="12"/>
                  <a:pt x="18982" y="12"/>
                  <a:pt x="18580" y="12"/>
                </a:cubicBezTo>
                <a:cubicBezTo>
                  <a:pt x="18174" y="17"/>
                  <a:pt x="17784" y="21"/>
                  <a:pt x="17411" y="29"/>
                </a:cubicBezTo>
                <a:cubicBezTo>
                  <a:pt x="16797" y="39"/>
                  <a:pt x="16240" y="52"/>
                  <a:pt x="15692" y="52"/>
                </a:cubicBezTo>
                <a:cubicBezTo>
                  <a:pt x="15565" y="52"/>
                  <a:pt x="15440" y="51"/>
                  <a:pt x="15314" y="49"/>
                </a:cubicBezTo>
                <a:cubicBezTo>
                  <a:pt x="14624" y="45"/>
                  <a:pt x="13931" y="33"/>
                  <a:pt x="13221" y="25"/>
                </a:cubicBezTo>
                <a:cubicBezTo>
                  <a:pt x="12864" y="23"/>
                  <a:pt x="12512" y="22"/>
                  <a:pt x="12167" y="22"/>
                </a:cubicBezTo>
                <a:cubicBezTo>
                  <a:pt x="11822" y="22"/>
                  <a:pt x="11483" y="23"/>
                  <a:pt x="11153" y="25"/>
                </a:cubicBezTo>
                <a:cubicBezTo>
                  <a:pt x="10493" y="29"/>
                  <a:pt x="9881" y="29"/>
                  <a:pt x="9278" y="29"/>
                </a:cubicBezTo>
                <a:cubicBezTo>
                  <a:pt x="8642" y="29"/>
                  <a:pt x="8043" y="33"/>
                  <a:pt x="7485" y="37"/>
                </a:cubicBezTo>
                <a:cubicBezTo>
                  <a:pt x="6927" y="41"/>
                  <a:pt x="6389" y="41"/>
                  <a:pt x="5913" y="41"/>
                </a:cubicBezTo>
                <a:cubicBezTo>
                  <a:pt x="5429" y="37"/>
                  <a:pt x="4953" y="33"/>
                  <a:pt x="4489" y="29"/>
                </a:cubicBezTo>
                <a:cubicBezTo>
                  <a:pt x="4026" y="21"/>
                  <a:pt x="3579" y="21"/>
                  <a:pt x="3156" y="21"/>
                </a:cubicBezTo>
                <a:cubicBezTo>
                  <a:pt x="2754" y="25"/>
                  <a:pt x="2393" y="29"/>
                  <a:pt x="2064" y="33"/>
                </a:cubicBezTo>
                <a:cubicBezTo>
                  <a:pt x="755" y="53"/>
                  <a:pt x="9" y="86"/>
                  <a:pt x="5" y="136"/>
                </a:cubicBezTo>
                <a:cubicBezTo>
                  <a:pt x="0" y="189"/>
                  <a:pt x="751" y="214"/>
                  <a:pt x="2073" y="218"/>
                </a:cubicBezTo>
                <a:cubicBezTo>
                  <a:pt x="2401" y="222"/>
                  <a:pt x="2770" y="222"/>
                  <a:pt x="3164" y="222"/>
                </a:cubicBezTo>
                <a:cubicBezTo>
                  <a:pt x="3529" y="222"/>
                  <a:pt x="3935" y="230"/>
                  <a:pt x="4387" y="234"/>
                </a:cubicBezTo>
                <a:cubicBezTo>
                  <a:pt x="4842" y="238"/>
                  <a:pt x="5347" y="250"/>
                  <a:pt x="5905" y="250"/>
                </a:cubicBezTo>
                <a:cubicBezTo>
                  <a:pt x="6471" y="250"/>
                  <a:pt x="7029" y="246"/>
                  <a:pt x="7604" y="238"/>
                </a:cubicBezTo>
                <a:cubicBezTo>
                  <a:pt x="8182" y="234"/>
                  <a:pt x="8765" y="226"/>
                  <a:pt x="9356" y="226"/>
                </a:cubicBezTo>
                <a:cubicBezTo>
                  <a:pt x="9996" y="222"/>
                  <a:pt x="10648" y="214"/>
                  <a:pt x="11301" y="209"/>
                </a:cubicBezTo>
                <a:cubicBezTo>
                  <a:pt x="11781" y="203"/>
                  <a:pt x="12251" y="200"/>
                  <a:pt x="12727" y="200"/>
                </a:cubicBezTo>
                <a:cubicBezTo>
                  <a:pt x="12902" y="200"/>
                  <a:pt x="13077" y="200"/>
                  <a:pt x="13254" y="201"/>
                </a:cubicBezTo>
                <a:cubicBezTo>
                  <a:pt x="13923" y="205"/>
                  <a:pt x="14637" y="214"/>
                  <a:pt x="15400" y="214"/>
                </a:cubicBezTo>
                <a:cubicBezTo>
                  <a:pt x="15469" y="214"/>
                  <a:pt x="15538" y="214"/>
                  <a:pt x="15607" y="214"/>
                </a:cubicBezTo>
                <a:cubicBezTo>
                  <a:pt x="16324" y="214"/>
                  <a:pt x="17030" y="196"/>
                  <a:pt x="17677" y="181"/>
                </a:cubicBezTo>
                <a:cubicBezTo>
                  <a:pt x="18038" y="172"/>
                  <a:pt x="18387" y="168"/>
                  <a:pt x="18728" y="168"/>
                </a:cubicBezTo>
                <a:cubicBezTo>
                  <a:pt x="19077" y="168"/>
                  <a:pt x="19442" y="168"/>
                  <a:pt x="19815" y="172"/>
                </a:cubicBezTo>
                <a:cubicBezTo>
                  <a:pt x="20558" y="185"/>
                  <a:pt x="21358" y="197"/>
                  <a:pt x="22170" y="197"/>
                </a:cubicBezTo>
                <a:cubicBezTo>
                  <a:pt x="22966" y="197"/>
                  <a:pt x="23746" y="189"/>
                  <a:pt x="24509" y="189"/>
                </a:cubicBezTo>
                <a:lnTo>
                  <a:pt x="32847" y="218"/>
                </a:lnTo>
                <a:lnTo>
                  <a:pt x="34833" y="222"/>
                </a:lnTo>
                <a:cubicBezTo>
                  <a:pt x="35444" y="226"/>
                  <a:pt x="36076" y="234"/>
                  <a:pt x="36704" y="242"/>
                </a:cubicBezTo>
                <a:cubicBezTo>
                  <a:pt x="37336" y="250"/>
                  <a:pt x="38013" y="255"/>
                  <a:pt x="38616" y="255"/>
                </a:cubicBezTo>
                <a:lnTo>
                  <a:pt x="41189" y="255"/>
                </a:lnTo>
                <a:cubicBezTo>
                  <a:pt x="41452" y="259"/>
                  <a:pt x="41694" y="259"/>
                  <a:pt x="41948" y="263"/>
                </a:cubicBezTo>
                <a:cubicBezTo>
                  <a:pt x="42449" y="271"/>
                  <a:pt x="42953" y="279"/>
                  <a:pt x="43450" y="287"/>
                </a:cubicBezTo>
                <a:lnTo>
                  <a:pt x="44193" y="300"/>
                </a:lnTo>
                <a:lnTo>
                  <a:pt x="44898" y="300"/>
                </a:lnTo>
                <a:lnTo>
                  <a:pt x="46142" y="312"/>
                </a:lnTo>
                <a:cubicBezTo>
                  <a:pt x="46917" y="316"/>
                  <a:pt x="47594" y="320"/>
                  <a:pt x="48140" y="324"/>
                </a:cubicBezTo>
                <a:lnTo>
                  <a:pt x="49404" y="341"/>
                </a:lnTo>
                <a:lnTo>
                  <a:pt x="51156" y="357"/>
                </a:lnTo>
                <a:cubicBezTo>
                  <a:pt x="51468" y="359"/>
                  <a:pt x="51764" y="360"/>
                  <a:pt x="52045" y="360"/>
                </a:cubicBezTo>
                <a:cubicBezTo>
                  <a:pt x="52325" y="360"/>
                  <a:pt x="52590" y="359"/>
                  <a:pt x="52838" y="357"/>
                </a:cubicBezTo>
                <a:cubicBezTo>
                  <a:pt x="53339" y="353"/>
                  <a:pt x="53786" y="353"/>
                  <a:pt x="54172" y="353"/>
                </a:cubicBezTo>
                <a:cubicBezTo>
                  <a:pt x="54562" y="353"/>
                  <a:pt x="54947" y="357"/>
                  <a:pt x="55296" y="365"/>
                </a:cubicBezTo>
                <a:cubicBezTo>
                  <a:pt x="55872" y="372"/>
                  <a:pt x="56377" y="379"/>
                  <a:pt x="56773" y="379"/>
                </a:cubicBezTo>
                <a:cubicBezTo>
                  <a:pt x="56862" y="379"/>
                  <a:pt x="56946" y="378"/>
                  <a:pt x="57024" y="378"/>
                </a:cubicBezTo>
                <a:cubicBezTo>
                  <a:pt x="57442" y="378"/>
                  <a:pt x="57680" y="365"/>
                  <a:pt x="57705" y="345"/>
                </a:cubicBezTo>
                <a:cubicBezTo>
                  <a:pt x="57725" y="324"/>
                  <a:pt x="57541" y="300"/>
                  <a:pt x="57179" y="271"/>
                </a:cubicBezTo>
                <a:cubicBezTo>
                  <a:pt x="56822" y="242"/>
                  <a:pt x="56297" y="205"/>
                  <a:pt x="55579" y="168"/>
                </a:cubicBezTo>
                <a:cubicBezTo>
                  <a:pt x="55218" y="148"/>
                  <a:pt x="54804" y="131"/>
                  <a:pt x="54328" y="119"/>
                </a:cubicBezTo>
                <a:cubicBezTo>
                  <a:pt x="53852" y="107"/>
                  <a:pt x="53343" y="99"/>
                  <a:pt x="52834" y="95"/>
                </a:cubicBezTo>
                <a:cubicBezTo>
                  <a:pt x="52325" y="90"/>
                  <a:pt x="51812" y="90"/>
                  <a:pt x="51316" y="82"/>
                </a:cubicBezTo>
                <a:cubicBezTo>
                  <a:pt x="50766" y="74"/>
                  <a:pt x="50167" y="66"/>
                  <a:pt x="49556" y="58"/>
                </a:cubicBezTo>
                <a:lnTo>
                  <a:pt x="48263" y="45"/>
                </a:lnTo>
                <a:cubicBezTo>
                  <a:pt x="47697" y="41"/>
                  <a:pt x="47007" y="41"/>
                  <a:pt x="46211" y="37"/>
                </a:cubicBezTo>
                <a:lnTo>
                  <a:pt x="44935" y="33"/>
                </a:lnTo>
                <a:lnTo>
                  <a:pt x="44271" y="33"/>
                </a:lnTo>
                <a:cubicBezTo>
                  <a:pt x="44049" y="33"/>
                  <a:pt x="43815" y="29"/>
                  <a:pt x="43577" y="25"/>
                </a:cubicBezTo>
                <a:cubicBezTo>
                  <a:pt x="43097" y="21"/>
                  <a:pt x="42576" y="12"/>
                  <a:pt x="42014" y="8"/>
                </a:cubicBezTo>
                <a:cubicBezTo>
                  <a:pt x="41822" y="7"/>
                  <a:pt x="41630" y="7"/>
                  <a:pt x="41437" y="7"/>
                </a:cubicBezTo>
                <a:cubicBezTo>
                  <a:pt x="41051" y="7"/>
                  <a:pt x="40664" y="8"/>
                  <a:pt x="40278" y="8"/>
                </a:cubicBezTo>
                <a:lnTo>
                  <a:pt x="38514" y="17"/>
                </a:lnTo>
                <a:cubicBezTo>
                  <a:pt x="38339" y="18"/>
                  <a:pt x="38168" y="18"/>
                  <a:pt x="37996" y="18"/>
                </a:cubicBezTo>
                <a:cubicBezTo>
                  <a:pt x="37581" y="18"/>
                  <a:pt x="37166" y="15"/>
                  <a:pt x="36716" y="12"/>
                </a:cubicBezTo>
                <a:cubicBezTo>
                  <a:pt x="36093" y="8"/>
                  <a:pt x="35428" y="0"/>
                  <a:pt x="347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154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8" name="Google Shape;8688;p36"/>
          <p:cNvSpPr txBox="1">
            <a:spLocks noGrp="1"/>
          </p:cNvSpPr>
          <p:nvPr>
            <p:ph type="subTitle" idx="1"/>
          </p:nvPr>
        </p:nvSpPr>
        <p:spPr>
          <a:xfrm>
            <a:off x="2340425" y="1866090"/>
            <a:ext cx="4566000" cy="909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rs-AF" sz="2800" b="1" dirty="0">
                <a:latin typeface="IRANSans" panose="02040503050201020203" pitchFamily="18" charset="-78"/>
                <a:cs typeface="IRANSans" panose="02040503050201020203" pitchFamily="18" charset="-78"/>
              </a:rPr>
              <a:t>پای </a:t>
            </a:r>
            <a:endParaRPr lang="en-US" sz="2800" b="1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grpSp>
        <p:nvGrpSpPr>
          <p:cNvPr id="8689" name="Google Shape;8689;p36"/>
          <p:cNvGrpSpPr/>
          <p:nvPr/>
        </p:nvGrpSpPr>
        <p:grpSpPr>
          <a:xfrm>
            <a:off x="843655" y="1571971"/>
            <a:ext cx="1393920" cy="920170"/>
            <a:chOff x="3463225" y="1863975"/>
            <a:chExt cx="1899850" cy="1254150"/>
          </a:xfrm>
        </p:grpSpPr>
        <p:sp>
          <p:nvSpPr>
            <p:cNvPr id="8690" name="Google Shape;8690;p36"/>
            <p:cNvSpPr/>
            <p:nvPr/>
          </p:nvSpPr>
          <p:spPr>
            <a:xfrm>
              <a:off x="3463225" y="1863975"/>
              <a:ext cx="1014900" cy="1254150"/>
            </a:xfrm>
            <a:custGeom>
              <a:avLst/>
              <a:gdLst/>
              <a:ahLst/>
              <a:cxnLst/>
              <a:rect l="l" t="t" r="r" b="b"/>
              <a:pathLst>
                <a:path w="40596" h="50166" extrusionOk="0">
                  <a:moveTo>
                    <a:pt x="25170" y="5683"/>
                  </a:moveTo>
                  <a:lnTo>
                    <a:pt x="25170" y="5683"/>
                  </a:lnTo>
                  <a:cubicBezTo>
                    <a:pt x="24515" y="6790"/>
                    <a:pt x="23979" y="7981"/>
                    <a:pt x="23515" y="9183"/>
                  </a:cubicBezTo>
                  <a:cubicBezTo>
                    <a:pt x="23551" y="8826"/>
                    <a:pt x="23587" y="8469"/>
                    <a:pt x="23622" y="8112"/>
                  </a:cubicBezTo>
                  <a:cubicBezTo>
                    <a:pt x="23646" y="7838"/>
                    <a:pt x="23527" y="7647"/>
                    <a:pt x="23348" y="7516"/>
                  </a:cubicBezTo>
                  <a:cubicBezTo>
                    <a:pt x="23944" y="6873"/>
                    <a:pt x="24563" y="6266"/>
                    <a:pt x="25170" y="5683"/>
                  </a:cubicBezTo>
                  <a:close/>
                  <a:moveTo>
                    <a:pt x="19503" y="12386"/>
                  </a:moveTo>
                  <a:lnTo>
                    <a:pt x="19503" y="12386"/>
                  </a:lnTo>
                  <a:cubicBezTo>
                    <a:pt x="18503" y="14529"/>
                    <a:pt x="17669" y="16756"/>
                    <a:pt x="17038" y="19018"/>
                  </a:cubicBezTo>
                  <a:cubicBezTo>
                    <a:pt x="16979" y="18887"/>
                    <a:pt x="16859" y="18792"/>
                    <a:pt x="16729" y="18780"/>
                  </a:cubicBezTo>
                  <a:cubicBezTo>
                    <a:pt x="16740" y="18661"/>
                    <a:pt x="16740" y="18530"/>
                    <a:pt x="16764" y="18411"/>
                  </a:cubicBezTo>
                  <a:cubicBezTo>
                    <a:pt x="16788" y="18101"/>
                    <a:pt x="16621" y="17863"/>
                    <a:pt x="16407" y="17708"/>
                  </a:cubicBezTo>
                  <a:cubicBezTo>
                    <a:pt x="17312" y="15863"/>
                    <a:pt x="18348" y="14077"/>
                    <a:pt x="19503" y="12386"/>
                  </a:cubicBezTo>
                  <a:close/>
                  <a:moveTo>
                    <a:pt x="21527" y="16113"/>
                  </a:moveTo>
                  <a:lnTo>
                    <a:pt x="21527" y="16113"/>
                  </a:lnTo>
                  <a:cubicBezTo>
                    <a:pt x="21467" y="19030"/>
                    <a:pt x="21598" y="21970"/>
                    <a:pt x="22098" y="24780"/>
                  </a:cubicBezTo>
                  <a:cubicBezTo>
                    <a:pt x="22039" y="24780"/>
                    <a:pt x="21967" y="24792"/>
                    <a:pt x="21908" y="24792"/>
                  </a:cubicBezTo>
                  <a:cubicBezTo>
                    <a:pt x="21312" y="23316"/>
                    <a:pt x="20824" y="21792"/>
                    <a:pt x="20419" y="20208"/>
                  </a:cubicBezTo>
                  <a:cubicBezTo>
                    <a:pt x="20765" y="18851"/>
                    <a:pt x="21134" y="17482"/>
                    <a:pt x="21527" y="16113"/>
                  </a:cubicBezTo>
                  <a:close/>
                  <a:moveTo>
                    <a:pt x="20038" y="21875"/>
                  </a:moveTo>
                  <a:cubicBezTo>
                    <a:pt x="20288" y="22923"/>
                    <a:pt x="20598" y="23935"/>
                    <a:pt x="20943" y="24923"/>
                  </a:cubicBezTo>
                  <a:cubicBezTo>
                    <a:pt x="20408" y="25030"/>
                    <a:pt x="19884" y="25197"/>
                    <a:pt x="19360" y="25423"/>
                  </a:cubicBezTo>
                  <a:cubicBezTo>
                    <a:pt x="19526" y="24245"/>
                    <a:pt x="19765" y="23054"/>
                    <a:pt x="20038" y="21875"/>
                  </a:cubicBezTo>
                  <a:close/>
                  <a:moveTo>
                    <a:pt x="21205" y="11398"/>
                  </a:moveTo>
                  <a:lnTo>
                    <a:pt x="21205" y="11398"/>
                  </a:lnTo>
                  <a:cubicBezTo>
                    <a:pt x="19860" y="16553"/>
                    <a:pt x="18288" y="21506"/>
                    <a:pt x="17776" y="26340"/>
                  </a:cubicBezTo>
                  <a:cubicBezTo>
                    <a:pt x="17657" y="26435"/>
                    <a:pt x="17550" y="26531"/>
                    <a:pt x="17443" y="26626"/>
                  </a:cubicBezTo>
                  <a:cubicBezTo>
                    <a:pt x="17491" y="21482"/>
                    <a:pt x="19050" y="16208"/>
                    <a:pt x="21205" y="11398"/>
                  </a:cubicBezTo>
                  <a:close/>
                  <a:moveTo>
                    <a:pt x="14764" y="23292"/>
                  </a:moveTo>
                  <a:lnTo>
                    <a:pt x="14764" y="23292"/>
                  </a:lnTo>
                  <a:cubicBezTo>
                    <a:pt x="14704" y="24983"/>
                    <a:pt x="14740" y="26697"/>
                    <a:pt x="14859" y="28364"/>
                  </a:cubicBezTo>
                  <a:cubicBezTo>
                    <a:pt x="14824" y="28281"/>
                    <a:pt x="14776" y="28197"/>
                    <a:pt x="14740" y="28102"/>
                  </a:cubicBezTo>
                  <a:cubicBezTo>
                    <a:pt x="14666" y="27944"/>
                    <a:pt x="14517" y="27860"/>
                    <a:pt x="14376" y="27860"/>
                  </a:cubicBezTo>
                  <a:cubicBezTo>
                    <a:pt x="14358" y="27860"/>
                    <a:pt x="14341" y="27861"/>
                    <a:pt x="14323" y="27864"/>
                  </a:cubicBezTo>
                  <a:cubicBezTo>
                    <a:pt x="14157" y="26531"/>
                    <a:pt x="14216" y="25185"/>
                    <a:pt x="14585" y="23840"/>
                  </a:cubicBezTo>
                  <a:cubicBezTo>
                    <a:pt x="14645" y="23661"/>
                    <a:pt x="14704" y="23471"/>
                    <a:pt x="14764" y="23292"/>
                  </a:cubicBezTo>
                  <a:close/>
                  <a:moveTo>
                    <a:pt x="21551" y="26566"/>
                  </a:moveTo>
                  <a:cubicBezTo>
                    <a:pt x="21670" y="26876"/>
                    <a:pt x="21824" y="27185"/>
                    <a:pt x="21943" y="27507"/>
                  </a:cubicBezTo>
                  <a:cubicBezTo>
                    <a:pt x="20836" y="27638"/>
                    <a:pt x="19884" y="28126"/>
                    <a:pt x="19229" y="29138"/>
                  </a:cubicBezTo>
                  <a:cubicBezTo>
                    <a:pt x="19705" y="27638"/>
                    <a:pt x="20479" y="26792"/>
                    <a:pt x="21551" y="26566"/>
                  </a:cubicBezTo>
                  <a:close/>
                  <a:moveTo>
                    <a:pt x="25896" y="25507"/>
                  </a:moveTo>
                  <a:lnTo>
                    <a:pt x="25896" y="25507"/>
                  </a:lnTo>
                  <a:cubicBezTo>
                    <a:pt x="29123" y="25911"/>
                    <a:pt x="32135" y="27483"/>
                    <a:pt x="34171" y="29793"/>
                  </a:cubicBezTo>
                  <a:cubicBezTo>
                    <a:pt x="33826" y="29555"/>
                    <a:pt x="33469" y="29364"/>
                    <a:pt x="33100" y="29233"/>
                  </a:cubicBezTo>
                  <a:cubicBezTo>
                    <a:pt x="33040" y="29209"/>
                    <a:pt x="32992" y="29198"/>
                    <a:pt x="32933" y="29198"/>
                  </a:cubicBezTo>
                  <a:cubicBezTo>
                    <a:pt x="31707" y="28364"/>
                    <a:pt x="30337" y="27721"/>
                    <a:pt x="28944" y="27340"/>
                  </a:cubicBezTo>
                  <a:cubicBezTo>
                    <a:pt x="27992" y="26578"/>
                    <a:pt x="26968" y="25959"/>
                    <a:pt x="25896" y="25507"/>
                  </a:cubicBezTo>
                  <a:close/>
                  <a:moveTo>
                    <a:pt x="28825" y="29364"/>
                  </a:moveTo>
                  <a:cubicBezTo>
                    <a:pt x="29563" y="30019"/>
                    <a:pt x="30302" y="30864"/>
                    <a:pt x="30945" y="31817"/>
                  </a:cubicBezTo>
                  <a:cubicBezTo>
                    <a:pt x="30075" y="30936"/>
                    <a:pt x="29123" y="30150"/>
                    <a:pt x="28135" y="29495"/>
                  </a:cubicBezTo>
                  <a:cubicBezTo>
                    <a:pt x="28349" y="29436"/>
                    <a:pt x="28587" y="29388"/>
                    <a:pt x="28825" y="29364"/>
                  </a:cubicBezTo>
                  <a:close/>
                  <a:moveTo>
                    <a:pt x="28147" y="31019"/>
                  </a:moveTo>
                  <a:lnTo>
                    <a:pt x="28147" y="31019"/>
                  </a:lnTo>
                  <a:cubicBezTo>
                    <a:pt x="28540" y="31329"/>
                    <a:pt x="28932" y="31686"/>
                    <a:pt x="29325" y="32115"/>
                  </a:cubicBezTo>
                  <a:cubicBezTo>
                    <a:pt x="30659" y="33400"/>
                    <a:pt x="31671" y="34889"/>
                    <a:pt x="32373" y="36567"/>
                  </a:cubicBezTo>
                  <a:cubicBezTo>
                    <a:pt x="31087" y="34615"/>
                    <a:pt x="29683" y="32805"/>
                    <a:pt x="28147" y="31019"/>
                  </a:cubicBezTo>
                  <a:close/>
                  <a:moveTo>
                    <a:pt x="26611" y="30138"/>
                  </a:moveTo>
                  <a:cubicBezTo>
                    <a:pt x="26718" y="30186"/>
                    <a:pt x="26825" y="30221"/>
                    <a:pt x="26908" y="30269"/>
                  </a:cubicBezTo>
                  <a:cubicBezTo>
                    <a:pt x="26670" y="30448"/>
                    <a:pt x="26539" y="30805"/>
                    <a:pt x="26789" y="31103"/>
                  </a:cubicBezTo>
                  <a:cubicBezTo>
                    <a:pt x="28397" y="33055"/>
                    <a:pt x="29778" y="35043"/>
                    <a:pt x="31076" y="37151"/>
                  </a:cubicBezTo>
                  <a:cubicBezTo>
                    <a:pt x="30790" y="36948"/>
                    <a:pt x="30528" y="36758"/>
                    <a:pt x="30254" y="36556"/>
                  </a:cubicBezTo>
                  <a:cubicBezTo>
                    <a:pt x="29218" y="34210"/>
                    <a:pt x="27468" y="31888"/>
                    <a:pt x="25706" y="30793"/>
                  </a:cubicBezTo>
                  <a:cubicBezTo>
                    <a:pt x="25992" y="30543"/>
                    <a:pt x="26301" y="30329"/>
                    <a:pt x="26611" y="30138"/>
                  </a:cubicBezTo>
                  <a:close/>
                  <a:moveTo>
                    <a:pt x="20693" y="30864"/>
                  </a:moveTo>
                  <a:cubicBezTo>
                    <a:pt x="20515" y="31567"/>
                    <a:pt x="20431" y="32365"/>
                    <a:pt x="20467" y="33293"/>
                  </a:cubicBezTo>
                  <a:cubicBezTo>
                    <a:pt x="20539" y="34686"/>
                    <a:pt x="21146" y="36294"/>
                    <a:pt x="22074" y="37818"/>
                  </a:cubicBezTo>
                  <a:cubicBezTo>
                    <a:pt x="21622" y="37449"/>
                    <a:pt x="21193" y="37056"/>
                    <a:pt x="20789" y="36663"/>
                  </a:cubicBezTo>
                  <a:cubicBezTo>
                    <a:pt x="19919" y="34984"/>
                    <a:pt x="19646" y="33174"/>
                    <a:pt x="20003" y="31222"/>
                  </a:cubicBezTo>
                  <a:cubicBezTo>
                    <a:pt x="20241" y="31091"/>
                    <a:pt x="20467" y="30983"/>
                    <a:pt x="20693" y="30864"/>
                  </a:cubicBezTo>
                  <a:close/>
                  <a:moveTo>
                    <a:pt x="31326" y="29710"/>
                  </a:moveTo>
                  <a:cubicBezTo>
                    <a:pt x="31730" y="29888"/>
                    <a:pt x="32111" y="30126"/>
                    <a:pt x="32504" y="30400"/>
                  </a:cubicBezTo>
                  <a:cubicBezTo>
                    <a:pt x="33338" y="31865"/>
                    <a:pt x="35421" y="36056"/>
                    <a:pt x="35278" y="38889"/>
                  </a:cubicBezTo>
                  <a:cubicBezTo>
                    <a:pt x="35040" y="38996"/>
                    <a:pt x="34755" y="39115"/>
                    <a:pt x="34445" y="39258"/>
                  </a:cubicBezTo>
                  <a:cubicBezTo>
                    <a:pt x="34469" y="38973"/>
                    <a:pt x="34505" y="38699"/>
                    <a:pt x="34505" y="38377"/>
                  </a:cubicBezTo>
                  <a:cubicBezTo>
                    <a:pt x="34481" y="38103"/>
                    <a:pt x="34445" y="37806"/>
                    <a:pt x="34385" y="37508"/>
                  </a:cubicBezTo>
                  <a:cubicBezTo>
                    <a:pt x="34350" y="34829"/>
                    <a:pt x="33159" y="32007"/>
                    <a:pt x="31326" y="29710"/>
                  </a:cubicBezTo>
                  <a:close/>
                  <a:moveTo>
                    <a:pt x="24170" y="33984"/>
                  </a:moveTo>
                  <a:cubicBezTo>
                    <a:pt x="25182" y="36103"/>
                    <a:pt x="26575" y="38008"/>
                    <a:pt x="28301" y="39532"/>
                  </a:cubicBezTo>
                  <a:cubicBezTo>
                    <a:pt x="28444" y="39782"/>
                    <a:pt x="28587" y="40044"/>
                    <a:pt x="28742" y="40306"/>
                  </a:cubicBezTo>
                  <a:cubicBezTo>
                    <a:pt x="27754" y="39413"/>
                    <a:pt x="26825" y="38484"/>
                    <a:pt x="25944" y="37484"/>
                  </a:cubicBezTo>
                  <a:cubicBezTo>
                    <a:pt x="23860" y="36258"/>
                    <a:pt x="23289" y="35079"/>
                    <a:pt x="24170" y="33984"/>
                  </a:cubicBezTo>
                  <a:close/>
                  <a:moveTo>
                    <a:pt x="23634" y="36937"/>
                  </a:moveTo>
                  <a:lnTo>
                    <a:pt x="23634" y="36937"/>
                  </a:lnTo>
                  <a:cubicBezTo>
                    <a:pt x="24825" y="38234"/>
                    <a:pt x="26146" y="39425"/>
                    <a:pt x="26920" y="40330"/>
                  </a:cubicBezTo>
                  <a:cubicBezTo>
                    <a:pt x="26492" y="40139"/>
                    <a:pt x="26087" y="39830"/>
                    <a:pt x="25706" y="39365"/>
                  </a:cubicBezTo>
                  <a:cubicBezTo>
                    <a:pt x="24622" y="38699"/>
                    <a:pt x="23968" y="37841"/>
                    <a:pt x="23634" y="36937"/>
                  </a:cubicBezTo>
                  <a:close/>
                  <a:moveTo>
                    <a:pt x="13883" y="30805"/>
                  </a:moveTo>
                  <a:cubicBezTo>
                    <a:pt x="14454" y="32472"/>
                    <a:pt x="15312" y="34127"/>
                    <a:pt x="16359" y="35698"/>
                  </a:cubicBezTo>
                  <a:cubicBezTo>
                    <a:pt x="17086" y="37615"/>
                    <a:pt x="18098" y="39425"/>
                    <a:pt x="19526" y="41020"/>
                  </a:cubicBezTo>
                  <a:cubicBezTo>
                    <a:pt x="18086" y="40235"/>
                    <a:pt x="16788" y="39246"/>
                    <a:pt x="15752" y="37853"/>
                  </a:cubicBezTo>
                  <a:cubicBezTo>
                    <a:pt x="14693" y="36472"/>
                    <a:pt x="13942" y="35043"/>
                    <a:pt x="13811" y="33258"/>
                  </a:cubicBezTo>
                  <a:cubicBezTo>
                    <a:pt x="13764" y="32722"/>
                    <a:pt x="13740" y="31567"/>
                    <a:pt x="13883" y="30805"/>
                  </a:cubicBezTo>
                  <a:close/>
                  <a:moveTo>
                    <a:pt x="23968" y="42140"/>
                  </a:moveTo>
                  <a:lnTo>
                    <a:pt x="23968" y="42140"/>
                  </a:lnTo>
                  <a:cubicBezTo>
                    <a:pt x="25051" y="42961"/>
                    <a:pt x="26206" y="43604"/>
                    <a:pt x="27337" y="43961"/>
                  </a:cubicBezTo>
                  <a:cubicBezTo>
                    <a:pt x="27182" y="44080"/>
                    <a:pt x="27004" y="44164"/>
                    <a:pt x="26825" y="44259"/>
                  </a:cubicBezTo>
                  <a:cubicBezTo>
                    <a:pt x="25789" y="43783"/>
                    <a:pt x="24813" y="42973"/>
                    <a:pt x="23968" y="42140"/>
                  </a:cubicBezTo>
                  <a:close/>
                  <a:moveTo>
                    <a:pt x="15847" y="39925"/>
                  </a:moveTo>
                  <a:cubicBezTo>
                    <a:pt x="18110" y="41997"/>
                    <a:pt x="21122" y="43545"/>
                    <a:pt x="23920" y="44330"/>
                  </a:cubicBezTo>
                  <a:cubicBezTo>
                    <a:pt x="23932" y="44342"/>
                    <a:pt x="23950" y="44342"/>
                    <a:pt x="23969" y="44342"/>
                  </a:cubicBezTo>
                  <a:cubicBezTo>
                    <a:pt x="23988" y="44342"/>
                    <a:pt x="24009" y="44342"/>
                    <a:pt x="24027" y="44354"/>
                  </a:cubicBezTo>
                  <a:lnTo>
                    <a:pt x="24420" y="44664"/>
                  </a:lnTo>
                  <a:cubicBezTo>
                    <a:pt x="24229" y="44652"/>
                    <a:pt x="24027" y="44628"/>
                    <a:pt x="23825" y="44592"/>
                  </a:cubicBezTo>
                  <a:cubicBezTo>
                    <a:pt x="20419" y="44390"/>
                    <a:pt x="17693" y="42533"/>
                    <a:pt x="15847" y="39925"/>
                  </a:cubicBezTo>
                  <a:close/>
                  <a:moveTo>
                    <a:pt x="31588" y="43533"/>
                  </a:moveTo>
                  <a:cubicBezTo>
                    <a:pt x="31980" y="43759"/>
                    <a:pt x="32433" y="43914"/>
                    <a:pt x="32909" y="43973"/>
                  </a:cubicBezTo>
                  <a:cubicBezTo>
                    <a:pt x="32064" y="44522"/>
                    <a:pt x="31033" y="44846"/>
                    <a:pt x="29780" y="44846"/>
                  </a:cubicBezTo>
                  <a:cubicBezTo>
                    <a:pt x="29620" y="44846"/>
                    <a:pt x="29457" y="44841"/>
                    <a:pt x="29290" y="44830"/>
                  </a:cubicBezTo>
                  <a:cubicBezTo>
                    <a:pt x="29718" y="44604"/>
                    <a:pt x="30135" y="44330"/>
                    <a:pt x="30552" y="44033"/>
                  </a:cubicBezTo>
                  <a:cubicBezTo>
                    <a:pt x="30909" y="43914"/>
                    <a:pt x="31254" y="43759"/>
                    <a:pt x="31588" y="43533"/>
                  </a:cubicBezTo>
                  <a:close/>
                  <a:moveTo>
                    <a:pt x="21050" y="45759"/>
                  </a:moveTo>
                  <a:lnTo>
                    <a:pt x="21050" y="45759"/>
                  </a:lnTo>
                  <a:cubicBezTo>
                    <a:pt x="22009" y="46017"/>
                    <a:pt x="22990" y="46150"/>
                    <a:pt x="23973" y="46150"/>
                  </a:cubicBezTo>
                  <a:cubicBezTo>
                    <a:pt x="24759" y="46150"/>
                    <a:pt x="25547" y="46065"/>
                    <a:pt x="26325" y="45890"/>
                  </a:cubicBezTo>
                  <a:cubicBezTo>
                    <a:pt x="27075" y="46307"/>
                    <a:pt x="27849" y="46676"/>
                    <a:pt x="28623" y="46890"/>
                  </a:cubicBezTo>
                  <a:cubicBezTo>
                    <a:pt x="27936" y="47022"/>
                    <a:pt x="27234" y="47087"/>
                    <a:pt x="26528" y="47087"/>
                  </a:cubicBezTo>
                  <a:cubicBezTo>
                    <a:pt x="24676" y="47087"/>
                    <a:pt x="22792" y="46638"/>
                    <a:pt x="21050" y="45759"/>
                  </a:cubicBezTo>
                  <a:close/>
                  <a:moveTo>
                    <a:pt x="29377" y="0"/>
                  </a:moveTo>
                  <a:cubicBezTo>
                    <a:pt x="29260" y="0"/>
                    <a:pt x="29135" y="24"/>
                    <a:pt x="29004" y="75"/>
                  </a:cubicBezTo>
                  <a:cubicBezTo>
                    <a:pt x="12454" y="6397"/>
                    <a:pt x="0" y="43259"/>
                    <a:pt x="22860" y="49676"/>
                  </a:cubicBezTo>
                  <a:cubicBezTo>
                    <a:pt x="24041" y="50009"/>
                    <a:pt x="25216" y="50166"/>
                    <a:pt x="26363" y="50166"/>
                  </a:cubicBezTo>
                  <a:cubicBezTo>
                    <a:pt x="32982" y="50166"/>
                    <a:pt x="38707" y="44944"/>
                    <a:pt x="39529" y="38044"/>
                  </a:cubicBezTo>
                  <a:cubicBezTo>
                    <a:pt x="40596" y="29154"/>
                    <a:pt x="32624" y="22601"/>
                    <a:pt x="24283" y="22601"/>
                  </a:cubicBezTo>
                  <a:cubicBezTo>
                    <a:pt x="24245" y="22601"/>
                    <a:pt x="24208" y="22601"/>
                    <a:pt x="24170" y="22601"/>
                  </a:cubicBezTo>
                  <a:cubicBezTo>
                    <a:pt x="23622" y="15255"/>
                    <a:pt x="25932" y="9600"/>
                    <a:pt x="29802" y="3254"/>
                  </a:cubicBezTo>
                  <a:cubicBezTo>
                    <a:pt x="30052" y="2837"/>
                    <a:pt x="29980" y="2420"/>
                    <a:pt x="29754" y="2111"/>
                  </a:cubicBezTo>
                  <a:cubicBezTo>
                    <a:pt x="29778" y="2099"/>
                    <a:pt x="29813" y="2063"/>
                    <a:pt x="29837" y="2051"/>
                  </a:cubicBezTo>
                  <a:cubicBezTo>
                    <a:pt x="30727" y="1511"/>
                    <a:pt x="30316" y="0"/>
                    <a:pt x="29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1" name="Google Shape;8691;p36"/>
            <p:cNvSpPr/>
            <p:nvPr/>
          </p:nvSpPr>
          <p:spPr>
            <a:xfrm>
              <a:off x="4348450" y="1863975"/>
              <a:ext cx="1014625" cy="1254150"/>
            </a:xfrm>
            <a:custGeom>
              <a:avLst/>
              <a:gdLst/>
              <a:ahLst/>
              <a:cxnLst/>
              <a:rect l="l" t="t" r="r" b="b"/>
              <a:pathLst>
                <a:path w="40585" h="50166" extrusionOk="0">
                  <a:moveTo>
                    <a:pt x="25170" y="5683"/>
                  </a:moveTo>
                  <a:lnTo>
                    <a:pt x="25170" y="5683"/>
                  </a:lnTo>
                  <a:cubicBezTo>
                    <a:pt x="24503" y="6790"/>
                    <a:pt x="23980" y="7981"/>
                    <a:pt x="23515" y="9183"/>
                  </a:cubicBezTo>
                  <a:cubicBezTo>
                    <a:pt x="23539" y="8826"/>
                    <a:pt x="23587" y="8469"/>
                    <a:pt x="23622" y="8112"/>
                  </a:cubicBezTo>
                  <a:cubicBezTo>
                    <a:pt x="23646" y="7838"/>
                    <a:pt x="23527" y="7647"/>
                    <a:pt x="23349" y="7516"/>
                  </a:cubicBezTo>
                  <a:cubicBezTo>
                    <a:pt x="23944" y="6873"/>
                    <a:pt x="24551" y="6266"/>
                    <a:pt x="25170" y="5683"/>
                  </a:cubicBezTo>
                  <a:close/>
                  <a:moveTo>
                    <a:pt x="19491" y="12386"/>
                  </a:moveTo>
                  <a:lnTo>
                    <a:pt x="19491" y="12386"/>
                  </a:lnTo>
                  <a:cubicBezTo>
                    <a:pt x="18503" y="14529"/>
                    <a:pt x="17669" y="16756"/>
                    <a:pt x="17038" y="19018"/>
                  </a:cubicBezTo>
                  <a:cubicBezTo>
                    <a:pt x="16979" y="18887"/>
                    <a:pt x="16860" y="18792"/>
                    <a:pt x="16729" y="18780"/>
                  </a:cubicBezTo>
                  <a:cubicBezTo>
                    <a:pt x="16741" y="18661"/>
                    <a:pt x="16741" y="18530"/>
                    <a:pt x="16753" y="18411"/>
                  </a:cubicBezTo>
                  <a:cubicBezTo>
                    <a:pt x="16788" y="18101"/>
                    <a:pt x="16622" y="17863"/>
                    <a:pt x="16395" y="17708"/>
                  </a:cubicBezTo>
                  <a:cubicBezTo>
                    <a:pt x="17312" y="15863"/>
                    <a:pt x="18348" y="14077"/>
                    <a:pt x="19491" y="12386"/>
                  </a:cubicBezTo>
                  <a:close/>
                  <a:moveTo>
                    <a:pt x="21503" y="16113"/>
                  </a:moveTo>
                  <a:cubicBezTo>
                    <a:pt x="21455" y="19030"/>
                    <a:pt x="21598" y="21970"/>
                    <a:pt x="22087" y="24780"/>
                  </a:cubicBezTo>
                  <a:cubicBezTo>
                    <a:pt x="22027" y="24780"/>
                    <a:pt x="21944" y="24792"/>
                    <a:pt x="21896" y="24792"/>
                  </a:cubicBezTo>
                  <a:cubicBezTo>
                    <a:pt x="21301" y="23316"/>
                    <a:pt x="20801" y="21792"/>
                    <a:pt x="20408" y="20208"/>
                  </a:cubicBezTo>
                  <a:cubicBezTo>
                    <a:pt x="20741" y="18851"/>
                    <a:pt x="21110" y="17482"/>
                    <a:pt x="21503" y="16113"/>
                  </a:cubicBezTo>
                  <a:close/>
                  <a:moveTo>
                    <a:pt x="20027" y="21875"/>
                  </a:moveTo>
                  <a:cubicBezTo>
                    <a:pt x="20289" y="22923"/>
                    <a:pt x="20598" y="23935"/>
                    <a:pt x="20932" y="24923"/>
                  </a:cubicBezTo>
                  <a:cubicBezTo>
                    <a:pt x="20408" y="25030"/>
                    <a:pt x="19884" y="25197"/>
                    <a:pt x="19360" y="25423"/>
                  </a:cubicBezTo>
                  <a:cubicBezTo>
                    <a:pt x="19527" y="24245"/>
                    <a:pt x="19765" y="23054"/>
                    <a:pt x="20027" y="21875"/>
                  </a:cubicBezTo>
                  <a:close/>
                  <a:moveTo>
                    <a:pt x="21205" y="11398"/>
                  </a:moveTo>
                  <a:lnTo>
                    <a:pt x="21205" y="11398"/>
                  </a:lnTo>
                  <a:cubicBezTo>
                    <a:pt x="19848" y="16553"/>
                    <a:pt x="18288" y="21506"/>
                    <a:pt x="17765" y="26340"/>
                  </a:cubicBezTo>
                  <a:cubicBezTo>
                    <a:pt x="17645" y="26435"/>
                    <a:pt x="17538" y="26531"/>
                    <a:pt x="17443" y="26626"/>
                  </a:cubicBezTo>
                  <a:cubicBezTo>
                    <a:pt x="17479" y="21482"/>
                    <a:pt x="19050" y="16208"/>
                    <a:pt x="21205" y="11398"/>
                  </a:cubicBezTo>
                  <a:close/>
                  <a:moveTo>
                    <a:pt x="14752" y="23292"/>
                  </a:moveTo>
                  <a:cubicBezTo>
                    <a:pt x="14681" y="24983"/>
                    <a:pt x="14717" y="26697"/>
                    <a:pt x="14836" y="28364"/>
                  </a:cubicBezTo>
                  <a:cubicBezTo>
                    <a:pt x="14800" y="28281"/>
                    <a:pt x="14764" y="28197"/>
                    <a:pt x="14717" y="28102"/>
                  </a:cubicBezTo>
                  <a:cubicBezTo>
                    <a:pt x="14653" y="27944"/>
                    <a:pt x="14505" y="27860"/>
                    <a:pt x="14356" y="27860"/>
                  </a:cubicBezTo>
                  <a:cubicBezTo>
                    <a:pt x="14337" y="27860"/>
                    <a:pt x="14318" y="27861"/>
                    <a:pt x="14300" y="27864"/>
                  </a:cubicBezTo>
                  <a:cubicBezTo>
                    <a:pt x="14133" y="26531"/>
                    <a:pt x="14216" y="25185"/>
                    <a:pt x="14562" y="23840"/>
                  </a:cubicBezTo>
                  <a:cubicBezTo>
                    <a:pt x="14633" y="23661"/>
                    <a:pt x="14681" y="23471"/>
                    <a:pt x="14752" y="23292"/>
                  </a:cubicBezTo>
                  <a:close/>
                  <a:moveTo>
                    <a:pt x="21551" y="26566"/>
                  </a:moveTo>
                  <a:cubicBezTo>
                    <a:pt x="21670" y="26876"/>
                    <a:pt x="21813" y="27185"/>
                    <a:pt x="21932" y="27507"/>
                  </a:cubicBezTo>
                  <a:cubicBezTo>
                    <a:pt x="20836" y="27638"/>
                    <a:pt x="19884" y="28126"/>
                    <a:pt x="19229" y="29138"/>
                  </a:cubicBezTo>
                  <a:cubicBezTo>
                    <a:pt x="19705" y="27638"/>
                    <a:pt x="20479" y="26792"/>
                    <a:pt x="21551" y="26566"/>
                  </a:cubicBezTo>
                  <a:close/>
                  <a:moveTo>
                    <a:pt x="25897" y="25507"/>
                  </a:moveTo>
                  <a:lnTo>
                    <a:pt x="25897" y="25507"/>
                  </a:lnTo>
                  <a:cubicBezTo>
                    <a:pt x="29123" y="25911"/>
                    <a:pt x="32112" y="27483"/>
                    <a:pt x="34171" y="29793"/>
                  </a:cubicBezTo>
                  <a:cubicBezTo>
                    <a:pt x="33826" y="29555"/>
                    <a:pt x="33469" y="29364"/>
                    <a:pt x="33100" y="29233"/>
                  </a:cubicBezTo>
                  <a:cubicBezTo>
                    <a:pt x="33040" y="29209"/>
                    <a:pt x="32993" y="29198"/>
                    <a:pt x="32933" y="29198"/>
                  </a:cubicBezTo>
                  <a:cubicBezTo>
                    <a:pt x="31695" y="28364"/>
                    <a:pt x="30326" y="27721"/>
                    <a:pt x="28945" y="27340"/>
                  </a:cubicBezTo>
                  <a:cubicBezTo>
                    <a:pt x="27992" y="26578"/>
                    <a:pt x="26968" y="25959"/>
                    <a:pt x="25897" y="25507"/>
                  </a:cubicBezTo>
                  <a:close/>
                  <a:moveTo>
                    <a:pt x="28825" y="29364"/>
                  </a:moveTo>
                  <a:cubicBezTo>
                    <a:pt x="29552" y="30019"/>
                    <a:pt x="30302" y="30864"/>
                    <a:pt x="30945" y="31817"/>
                  </a:cubicBezTo>
                  <a:cubicBezTo>
                    <a:pt x="30076" y="30936"/>
                    <a:pt x="29123" y="30150"/>
                    <a:pt x="28123" y="29495"/>
                  </a:cubicBezTo>
                  <a:cubicBezTo>
                    <a:pt x="28349" y="29436"/>
                    <a:pt x="28587" y="29388"/>
                    <a:pt x="28825" y="29364"/>
                  </a:cubicBezTo>
                  <a:close/>
                  <a:moveTo>
                    <a:pt x="28123" y="31019"/>
                  </a:moveTo>
                  <a:lnTo>
                    <a:pt x="28123" y="31019"/>
                  </a:lnTo>
                  <a:cubicBezTo>
                    <a:pt x="28540" y="31329"/>
                    <a:pt x="28933" y="31686"/>
                    <a:pt x="29302" y="32115"/>
                  </a:cubicBezTo>
                  <a:cubicBezTo>
                    <a:pt x="30635" y="33400"/>
                    <a:pt x="31659" y="34889"/>
                    <a:pt x="32350" y="36567"/>
                  </a:cubicBezTo>
                  <a:cubicBezTo>
                    <a:pt x="31076" y="34615"/>
                    <a:pt x="29659" y="32805"/>
                    <a:pt x="28123" y="31019"/>
                  </a:cubicBezTo>
                  <a:close/>
                  <a:moveTo>
                    <a:pt x="26611" y="30138"/>
                  </a:moveTo>
                  <a:cubicBezTo>
                    <a:pt x="26718" y="30186"/>
                    <a:pt x="26813" y="30221"/>
                    <a:pt x="26909" y="30269"/>
                  </a:cubicBezTo>
                  <a:cubicBezTo>
                    <a:pt x="26670" y="30448"/>
                    <a:pt x="26539" y="30805"/>
                    <a:pt x="26789" y="31103"/>
                  </a:cubicBezTo>
                  <a:cubicBezTo>
                    <a:pt x="28397" y="33055"/>
                    <a:pt x="29778" y="35043"/>
                    <a:pt x="31076" y="37151"/>
                  </a:cubicBezTo>
                  <a:cubicBezTo>
                    <a:pt x="30790" y="36948"/>
                    <a:pt x="30528" y="36758"/>
                    <a:pt x="30254" y="36556"/>
                  </a:cubicBezTo>
                  <a:cubicBezTo>
                    <a:pt x="29218" y="34210"/>
                    <a:pt x="27468" y="31888"/>
                    <a:pt x="25706" y="30793"/>
                  </a:cubicBezTo>
                  <a:cubicBezTo>
                    <a:pt x="25980" y="30543"/>
                    <a:pt x="26301" y="30329"/>
                    <a:pt x="26611" y="30138"/>
                  </a:cubicBezTo>
                  <a:close/>
                  <a:moveTo>
                    <a:pt x="20682" y="30864"/>
                  </a:moveTo>
                  <a:lnTo>
                    <a:pt x="20682" y="30864"/>
                  </a:lnTo>
                  <a:cubicBezTo>
                    <a:pt x="20503" y="31567"/>
                    <a:pt x="20432" y="32365"/>
                    <a:pt x="20467" y="33293"/>
                  </a:cubicBezTo>
                  <a:cubicBezTo>
                    <a:pt x="20539" y="34686"/>
                    <a:pt x="21146" y="36294"/>
                    <a:pt x="22075" y="37818"/>
                  </a:cubicBezTo>
                  <a:cubicBezTo>
                    <a:pt x="21622" y="37449"/>
                    <a:pt x="21194" y="37056"/>
                    <a:pt x="20789" y="36663"/>
                  </a:cubicBezTo>
                  <a:cubicBezTo>
                    <a:pt x="19908" y="34984"/>
                    <a:pt x="19646" y="33174"/>
                    <a:pt x="20003" y="31222"/>
                  </a:cubicBezTo>
                  <a:cubicBezTo>
                    <a:pt x="20241" y="31091"/>
                    <a:pt x="20467" y="30983"/>
                    <a:pt x="20682" y="30864"/>
                  </a:cubicBezTo>
                  <a:close/>
                  <a:moveTo>
                    <a:pt x="31326" y="29710"/>
                  </a:moveTo>
                  <a:lnTo>
                    <a:pt x="31326" y="29710"/>
                  </a:lnTo>
                  <a:cubicBezTo>
                    <a:pt x="31731" y="29888"/>
                    <a:pt x="32112" y="30126"/>
                    <a:pt x="32504" y="30400"/>
                  </a:cubicBezTo>
                  <a:cubicBezTo>
                    <a:pt x="33338" y="31865"/>
                    <a:pt x="35422" y="36056"/>
                    <a:pt x="35267" y="38889"/>
                  </a:cubicBezTo>
                  <a:cubicBezTo>
                    <a:pt x="35029" y="38996"/>
                    <a:pt x="34743" y="39115"/>
                    <a:pt x="34433" y="39258"/>
                  </a:cubicBezTo>
                  <a:cubicBezTo>
                    <a:pt x="34469" y="38973"/>
                    <a:pt x="34493" y="38699"/>
                    <a:pt x="34493" y="38377"/>
                  </a:cubicBezTo>
                  <a:cubicBezTo>
                    <a:pt x="34481" y="38103"/>
                    <a:pt x="34433" y="37806"/>
                    <a:pt x="34374" y="37508"/>
                  </a:cubicBezTo>
                  <a:cubicBezTo>
                    <a:pt x="34350" y="34829"/>
                    <a:pt x="33159" y="32007"/>
                    <a:pt x="31326" y="29710"/>
                  </a:cubicBezTo>
                  <a:close/>
                  <a:moveTo>
                    <a:pt x="24158" y="33984"/>
                  </a:moveTo>
                  <a:lnTo>
                    <a:pt x="24158" y="33984"/>
                  </a:lnTo>
                  <a:cubicBezTo>
                    <a:pt x="25170" y="36103"/>
                    <a:pt x="26563" y="38008"/>
                    <a:pt x="28290" y="39532"/>
                  </a:cubicBezTo>
                  <a:cubicBezTo>
                    <a:pt x="28421" y="39782"/>
                    <a:pt x="28575" y="40044"/>
                    <a:pt x="28718" y="40306"/>
                  </a:cubicBezTo>
                  <a:cubicBezTo>
                    <a:pt x="27742" y="39413"/>
                    <a:pt x="26801" y="38484"/>
                    <a:pt x="25920" y="37484"/>
                  </a:cubicBezTo>
                  <a:cubicBezTo>
                    <a:pt x="23837" y="36258"/>
                    <a:pt x="23277" y="35079"/>
                    <a:pt x="24158" y="33984"/>
                  </a:cubicBezTo>
                  <a:close/>
                  <a:moveTo>
                    <a:pt x="23622" y="36937"/>
                  </a:moveTo>
                  <a:cubicBezTo>
                    <a:pt x="24813" y="38234"/>
                    <a:pt x="26135" y="39425"/>
                    <a:pt x="26909" y="40330"/>
                  </a:cubicBezTo>
                  <a:cubicBezTo>
                    <a:pt x="26468" y="40139"/>
                    <a:pt x="26075" y="39830"/>
                    <a:pt x="25682" y="39365"/>
                  </a:cubicBezTo>
                  <a:cubicBezTo>
                    <a:pt x="24611" y="38699"/>
                    <a:pt x="23956" y="37841"/>
                    <a:pt x="23622" y="36937"/>
                  </a:cubicBezTo>
                  <a:close/>
                  <a:moveTo>
                    <a:pt x="13883" y="30805"/>
                  </a:moveTo>
                  <a:cubicBezTo>
                    <a:pt x="14455" y="32472"/>
                    <a:pt x="15312" y="34127"/>
                    <a:pt x="16348" y="35698"/>
                  </a:cubicBezTo>
                  <a:cubicBezTo>
                    <a:pt x="17086" y="37615"/>
                    <a:pt x="18098" y="39425"/>
                    <a:pt x="19527" y="41020"/>
                  </a:cubicBezTo>
                  <a:cubicBezTo>
                    <a:pt x="18074" y="40235"/>
                    <a:pt x="16764" y="39246"/>
                    <a:pt x="15740" y="37853"/>
                  </a:cubicBezTo>
                  <a:cubicBezTo>
                    <a:pt x="14693" y="36472"/>
                    <a:pt x="13931" y="35043"/>
                    <a:pt x="13812" y="33258"/>
                  </a:cubicBezTo>
                  <a:cubicBezTo>
                    <a:pt x="13764" y="32722"/>
                    <a:pt x="13740" y="31567"/>
                    <a:pt x="13883" y="30805"/>
                  </a:cubicBezTo>
                  <a:close/>
                  <a:moveTo>
                    <a:pt x="23956" y="42140"/>
                  </a:moveTo>
                  <a:lnTo>
                    <a:pt x="23956" y="42140"/>
                  </a:lnTo>
                  <a:cubicBezTo>
                    <a:pt x="25051" y="42961"/>
                    <a:pt x="26206" y="43604"/>
                    <a:pt x="27337" y="43961"/>
                  </a:cubicBezTo>
                  <a:cubicBezTo>
                    <a:pt x="27170" y="44080"/>
                    <a:pt x="26992" y="44164"/>
                    <a:pt x="26813" y="44259"/>
                  </a:cubicBezTo>
                  <a:cubicBezTo>
                    <a:pt x="25789" y="43783"/>
                    <a:pt x="24813" y="42973"/>
                    <a:pt x="23956" y="42140"/>
                  </a:cubicBezTo>
                  <a:close/>
                  <a:moveTo>
                    <a:pt x="15848" y="39925"/>
                  </a:moveTo>
                  <a:lnTo>
                    <a:pt x="15848" y="39925"/>
                  </a:lnTo>
                  <a:cubicBezTo>
                    <a:pt x="18110" y="41997"/>
                    <a:pt x="21122" y="43545"/>
                    <a:pt x="23920" y="44330"/>
                  </a:cubicBezTo>
                  <a:cubicBezTo>
                    <a:pt x="23932" y="44342"/>
                    <a:pt x="23950" y="44342"/>
                    <a:pt x="23968" y="44342"/>
                  </a:cubicBezTo>
                  <a:cubicBezTo>
                    <a:pt x="23986" y="44342"/>
                    <a:pt x="24003" y="44342"/>
                    <a:pt x="24015" y="44354"/>
                  </a:cubicBezTo>
                  <a:lnTo>
                    <a:pt x="24420" y="44664"/>
                  </a:lnTo>
                  <a:cubicBezTo>
                    <a:pt x="24230" y="44652"/>
                    <a:pt x="24015" y="44628"/>
                    <a:pt x="23825" y="44592"/>
                  </a:cubicBezTo>
                  <a:cubicBezTo>
                    <a:pt x="20420" y="44390"/>
                    <a:pt x="17681" y="42533"/>
                    <a:pt x="15848" y="39925"/>
                  </a:cubicBezTo>
                  <a:close/>
                  <a:moveTo>
                    <a:pt x="31576" y="43533"/>
                  </a:moveTo>
                  <a:cubicBezTo>
                    <a:pt x="31981" y="43759"/>
                    <a:pt x="32433" y="43914"/>
                    <a:pt x="32909" y="43973"/>
                  </a:cubicBezTo>
                  <a:cubicBezTo>
                    <a:pt x="32065" y="44522"/>
                    <a:pt x="31033" y="44846"/>
                    <a:pt x="29780" y="44846"/>
                  </a:cubicBezTo>
                  <a:cubicBezTo>
                    <a:pt x="29621" y="44846"/>
                    <a:pt x="29457" y="44841"/>
                    <a:pt x="29290" y="44830"/>
                  </a:cubicBezTo>
                  <a:cubicBezTo>
                    <a:pt x="29718" y="44604"/>
                    <a:pt x="30135" y="44330"/>
                    <a:pt x="30552" y="44033"/>
                  </a:cubicBezTo>
                  <a:cubicBezTo>
                    <a:pt x="30909" y="43914"/>
                    <a:pt x="31254" y="43759"/>
                    <a:pt x="31576" y="43533"/>
                  </a:cubicBezTo>
                  <a:close/>
                  <a:moveTo>
                    <a:pt x="21039" y="45759"/>
                  </a:moveTo>
                  <a:lnTo>
                    <a:pt x="21039" y="45759"/>
                  </a:lnTo>
                  <a:cubicBezTo>
                    <a:pt x="21998" y="46017"/>
                    <a:pt x="22982" y="46150"/>
                    <a:pt x="23968" y="46150"/>
                  </a:cubicBezTo>
                  <a:cubicBezTo>
                    <a:pt x="24757" y="46150"/>
                    <a:pt x="25547" y="46065"/>
                    <a:pt x="26325" y="45890"/>
                  </a:cubicBezTo>
                  <a:cubicBezTo>
                    <a:pt x="27063" y="46307"/>
                    <a:pt x="27849" y="46676"/>
                    <a:pt x="28623" y="46890"/>
                  </a:cubicBezTo>
                  <a:cubicBezTo>
                    <a:pt x="27936" y="47022"/>
                    <a:pt x="27235" y="47087"/>
                    <a:pt x="26528" y="47087"/>
                  </a:cubicBezTo>
                  <a:cubicBezTo>
                    <a:pt x="24676" y="47087"/>
                    <a:pt x="22788" y="46638"/>
                    <a:pt x="21039" y="45759"/>
                  </a:cubicBezTo>
                  <a:close/>
                  <a:moveTo>
                    <a:pt x="29377" y="0"/>
                  </a:moveTo>
                  <a:cubicBezTo>
                    <a:pt x="29260" y="0"/>
                    <a:pt x="29135" y="24"/>
                    <a:pt x="29004" y="75"/>
                  </a:cubicBezTo>
                  <a:cubicBezTo>
                    <a:pt x="12454" y="6397"/>
                    <a:pt x="0" y="43259"/>
                    <a:pt x="22860" y="49676"/>
                  </a:cubicBezTo>
                  <a:cubicBezTo>
                    <a:pt x="24041" y="50009"/>
                    <a:pt x="25216" y="50166"/>
                    <a:pt x="26363" y="50166"/>
                  </a:cubicBezTo>
                  <a:cubicBezTo>
                    <a:pt x="32982" y="50166"/>
                    <a:pt x="38707" y="44944"/>
                    <a:pt x="39529" y="38044"/>
                  </a:cubicBezTo>
                  <a:cubicBezTo>
                    <a:pt x="40584" y="29154"/>
                    <a:pt x="32601" y="22601"/>
                    <a:pt x="24283" y="22601"/>
                  </a:cubicBezTo>
                  <a:cubicBezTo>
                    <a:pt x="24245" y="22601"/>
                    <a:pt x="24208" y="22601"/>
                    <a:pt x="24170" y="22601"/>
                  </a:cubicBezTo>
                  <a:cubicBezTo>
                    <a:pt x="23611" y="15255"/>
                    <a:pt x="25920" y="9600"/>
                    <a:pt x="29790" y="3254"/>
                  </a:cubicBezTo>
                  <a:cubicBezTo>
                    <a:pt x="30040" y="2837"/>
                    <a:pt x="29968" y="2420"/>
                    <a:pt x="29742" y="2111"/>
                  </a:cubicBezTo>
                  <a:cubicBezTo>
                    <a:pt x="29778" y="2099"/>
                    <a:pt x="29814" y="2063"/>
                    <a:pt x="29837" y="2051"/>
                  </a:cubicBezTo>
                  <a:cubicBezTo>
                    <a:pt x="30727" y="1511"/>
                    <a:pt x="30317" y="0"/>
                    <a:pt x="29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92" name="Google Shape;8692;p36"/>
          <p:cNvGrpSpPr/>
          <p:nvPr/>
        </p:nvGrpSpPr>
        <p:grpSpPr>
          <a:xfrm rot="10800000">
            <a:off x="6953895" y="1741496"/>
            <a:ext cx="1393920" cy="920170"/>
            <a:chOff x="3463225" y="1863975"/>
            <a:chExt cx="1899850" cy="1254150"/>
          </a:xfrm>
        </p:grpSpPr>
        <p:sp>
          <p:nvSpPr>
            <p:cNvPr id="8693" name="Google Shape;8693;p36"/>
            <p:cNvSpPr/>
            <p:nvPr/>
          </p:nvSpPr>
          <p:spPr>
            <a:xfrm>
              <a:off x="3463225" y="1863975"/>
              <a:ext cx="1014900" cy="1254150"/>
            </a:xfrm>
            <a:custGeom>
              <a:avLst/>
              <a:gdLst/>
              <a:ahLst/>
              <a:cxnLst/>
              <a:rect l="l" t="t" r="r" b="b"/>
              <a:pathLst>
                <a:path w="40596" h="50166" extrusionOk="0">
                  <a:moveTo>
                    <a:pt x="25170" y="5683"/>
                  </a:moveTo>
                  <a:lnTo>
                    <a:pt x="25170" y="5683"/>
                  </a:lnTo>
                  <a:cubicBezTo>
                    <a:pt x="24515" y="6790"/>
                    <a:pt x="23979" y="7981"/>
                    <a:pt x="23515" y="9183"/>
                  </a:cubicBezTo>
                  <a:cubicBezTo>
                    <a:pt x="23551" y="8826"/>
                    <a:pt x="23587" y="8469"/>
                    <a:pt x="23622" y="8112"/>
                  </a:cubicBezTo>
                  <a:cubicBezTo>
                    <a:pt x="23646" y="7838"/>
                    <a:pt x="23527" y="7647"/>
                    <a:pt x="23348" y="7516"/>
                  </a:cubicBezTo>
                  <a:cubicBezTo>
                    <a:pt x="23944" y="6873"/>
                    <a:pt x="24563" y="6266"/>
                    <a:pt x="25170" y="5683"/>
                  </a:cubicBezTo>
                  <a:close/>
                  <a:moveTo>
                    <a:pt x="19503" y="12386"/>
                  </a:moveTo>
                  <a:lnTo>
                    <a:pt x="19503" y="12386"/>
                  </a:lnTo>
                  <a:cubicBezTo>
                    <a:pt x="18503" y="14529"/>
                    <a:pt x="17669" y="16756"/>
                    <a:pt x="17038" y="19018"/>
                  </a:cubicBezTo>
                  <a:cubicBezTo>
                    <a:pt x="16979" y="18887"/>
                    <a:pt x="16859" y="18792"/>
                    <a:pt x="16729" y="18780"/>
                  </a:cubicBezTo>
                  <a:cubicBezTo>
                    <a:pt x="16740" y="18661"/>
                    <a:pt x="16740" y="18530"/>
                    <a:pt x="16764" y="18411"/>
                  </a:cubicBezTo>
                  <a:cubicBezTo>
                    <a:pt x="16788" y="18101"/>
                    <a:pt x="16621" y="17863"/>
                    <a:pt x="16407" y="17708"/>
                  </a:cubicBezTo>
                  <a:cubicBezTo>
                    <a:pt x="17312" y="15863"/>
                    <a:pt x="18348" y="14077"/>
                    <a:pt x="19503" y="12386"/>
                  </a:cubicBezTo>
                  <a:close/>
                  <a:moveTo>
                    <a:pt x="21527" y="16113"/>
                  </a:moveTo>
                  <a:lnTo>
                    <a:pt x="21527" y="16113"/>
                  </a:lnTo>
                  <a:cubicBezTo>
                    <a:pt x="21467" y="19030"/>
                    <a:pt x="21598" y="21970"/>
                    <a:pt x="22098" y="24780"/>
                  </a:cubicBezTo>
                  <a:cubicBezTo>
                    <a:pt x="22039" y="24780"/>
                    <a:pt x="21967" y="24792"/>
                    <a:pt x="21908" y="24792"/>
                  </a:cubicBezTo>
                  <a:cubicBezTo>
                    <a:pt x="21312" y="23316"/>
                    <a:pt x="20824" y="21792"/>
                    <a:pt x="20419" y="20208"/>
                  </a:cubicBezTo>
                  <a:cubicBezTo>
                    <a:pt x="20765" y="18851"/>
                    <a:pt x="21134" y="17482"/>
                    <a:pt x="21527" y="16113"/>
                  </a:cubicBezTo>
                  <a:close/>
                  <a:moveTo>
                    <a:pt x="20038" y="21875"/>
                  </a:moveTo>
                  <a:cubicBezTo>
                    <a:pt x="20288" y="22923"/>
                    <a:pt x="20598" y="23935"/>
                    <a:pt x="20943" y="24923"/>
                  </a:cubicBezTo>
                  <a:cubicBezTo>
                    <a:pt x="20408" y="25030"/>
                    <a:pt x="19884" y="25197"/>
                    <a:pt x="19360" y="25423"/>
                  </a:cubicBezTo>
                  <a:cubicBezTo>
                    <a:pt x="19526" y="24245"/>
                    <a:pt x="19765" y="23054"/>
                    <a:pt x="20038" y="21875"/>
                  </a:cubicBezTo>
                  <a:close/>
                  <a:moveTo>
                    <a:pt x="21205" y="11398"/>
                  </a:moveTo>
                  <a:lnTo>
                    <a:pt x="21205" y="11398"/>
                  </a:lnTo>
                  <a:cubicBezTo>
                    <a:pt x="19860" y="16553"/>
                    <a:pt x="18288" y="21506"/>
                    <a:pt x="17776" y="26340"/>
                  </a:cubicBezTo>
                  <a:cubicBezTo>
                    <a:pt x="17657" y="26435"/>
                    <a:pt x="17550" y="26531"/>
                    <a:pt x="17443" y="26626"/>
                  </a:cubicBezTo>
                  <a:cubicBezTo>
                    <a:pt x="17491" y="21482"/>
                    <a:pt x="19050" y="16208"/>
                    <a:pt x="21205" y="11398"/>
                  </a:cubicBezTo>
                  <a:close/>
                  <a:moveTo>
                    <a:pt x="14764" y="23292"/>
                  </a:moveTo>
                  <a:lnTo>
                    <a:pt x="14764" y="23292"/>
                  </a:lnTo>
                  <a:cubicBezTo>
                    <a:pt x="14704" y="24983"/>
                    <a:pt x="14740" y="26697"/>
                    <a:pt x="14859" y="28364"/>
                  </a:cubicBezTo>
                  <a:cubicBezTo>
                    <a:pt x="14824" y="28281"/>
                    <a:pt x="14776" y="28197"/>
                    <a:pt x="14740" y="28102"/>
                  </a:cubicBezTo>
                  <a:cubicBezTo>
                    <a:pt x="14666" y="27944"/>
                    <a:pt x="14517" y="27860"/>
                    <a:pt x="14376" y="27860"/>
                  </a:cubicBezTo>
                  <a:cubicBezTo>
                    <a:pt x="14358" y="27860"/>
                    <a:pt x="14341" y="27861"/>
                    <a:pt x="14323" y="27864"/>
                  </a:cubicBezTo>
                  <a:cubicBezTo>
                    <a:pt x="14157" y="26531"/>
                    <a:pt x="14216" y="25185"/>
                    <a:pt x="14585" y="23840"/>
                  </a:cubicBezTo>
                  <a:cubicBezTo>
                    <a:pt x="14645" y="23661"/>
                    <a:pt x="14704" y="23471"/>
                    <a:pt x="14764" y="23292"/>
                  </a:cubicBezTo>
                  <a:close/>
                  <a:moveTo>
                    <a:pt x="21551" y="26566"/>
                  </a:moveTo>
                  <a:cubicBezTo>
                    <a:pt x="21670" y="26876"/>
                    <a:pt x="21824" y="27185"/>
                    <a:pt x="21943" y="27507"/>
                  </a:cubicBezTo>
                  <a:cubicBezTo>
                    <a:pt x="20836" y="27638"/>
                    <a:pt x="19884" y="28126"/>
                    <a:pt x="19229" y="29138"/>
                  </a:cubicBezTo>
                  <a:cubicBezTo>
                    <a:pt x="19705" y="27638"/>
                    <a:pt x="20479" y="26792"/>
                    <a:pt x="21551" y="26566"/>
                  </a:cubicBezTo>
                  <a:close/>
                  <a:moveTo>
                    <a:pt x="25896" y="25507"/>
                  </a:moveTo>
                  <a:lnTo>
                    <a:pt x="25896" y="25507"/>
                  </a:lnTo>
                  <a:cubicBezTo>
                    <a:pt x="29123" y="25911"/>
                    <a:pt x="32135" y="27483"/>
                    <a:pt x="34171" y="29793"/>
                  </a:cubicBezTo>
                  <a:cubicBezTo>
                    <a:pt x="33826" y="29555"/>
                    <a:pt x="33469" y="29364"/>
                    <a:pt x="33100" y="29233"/>
                  </a:cubicBezTo>
                  <a:cubicBezTo>
                    <a:pt x="33040" y="29209"/>
                    <a:pt x="32992" y="29198"/>
                    <a:pt x="32933" y="29198"/>
                  </a:cubicBezTo>
                  <a:cubicBezTo>
                    <a:pt x="31707" y="28364"/>
                    <a:pt x="30337" y="27721"/>
                    <a:pt x="28944" y="27340"/>
                  </a:cubicBezTo>
                  <a:cubicBezTo>
                    <a:pt x="27992" y="26578"/>
                    <a:pt x="26968" y="25959"/>
                    <a:pt x="25896" y="25507"/>
                  </a:cubicBezTo>
                  <a:close/>
                  <a:moveTo>
                    <a:pt x="28825" y="29364"/>
                  </a:moveTo>
                  <a:cubicBezTo>
                    <a:pt x="29563" y="30019"/>
                    <a:pt x="30302" y="30864"/>
                    <a:pt x="30945" y="31817"/>
                  </a:cubicBezTo>
                  <a:cubicBezTo>
                    <a:pt x="30075" y="30936"/>
                    <a:pt x="29123" y="30150"/>
                    <a:pt x="28135" y="29495"/>
                  </a:cubicBezTo>
                  <a:cubicBezTo>
                    <a:pt x="28349" y="29436"/>
                    <a:pt x="28587" y="29388"/>
                    <a:pt x="28825" y="29364"/>
                  </a:cubicBezTo>
                  <a:close/>
                  <a:moveTo>
                    <a:pt x="28147" y="31019"/>
                  </a:moveTo>
                  <a:lnTo>
                    <a:pt x="28147" y="31019"/>
                  </a:lnTo>
                  <a:cubicBezTo>
                    <a:pt x="28540" y="31329"/>
                    <a:pt x="28932" y="31686"/>
                    <a:pt x="29325" y="32115"/>
                  </a:cubicBezTo>
                  <a:cubicBezTo>
                    <a:pt x="30659" y="33400"/>
                    <a:pt x="31671" y="34889"/>
                    <a:pt x="32373" y="36567"/>
                  </a:cubicBezTo>
                  <a:cubicBezTo>
                    <a:pt x="31087" y="34615"/>
                    <a:pt x="29683" y="32805"/>
                    <a:pt x="28147" y="31019"/>
                  </a:cubicBezTo>
                  <a:close/>
                  <a:moveTo>
                    <a:pt x="26611" y="30138"/>
                  </a:moveTo>
                  <a:cubicBezTo>
                    <a:pt x="26718" y="30186"/>
                    <a:pt x="26825" y="30221"/>
                    <a:pt x="26908" y="30269"/>
                  </a:cubicBezTo>
                  <a:cubicBezTo>
                    <a:pt x="26670" y="30448"/>
                    <a:pt x="26539" y="30805"/>
                    <a:pt x="26789" y="31103"/>
                  </a:cubicBezTo>
                  <a:cubicBezTo>
                    <a:pt x="28397" y="33055"/>
                    <a:pt x="29778" y="35043"/>
                    <a:pt x="31076" y="37151"/>
                  </a:cubicBezTo>
                  <a:cubicBezTo>
                    <a:pt x="30790" y="36948"/>
                    <a:pt x="30528" y="36758"/>
                    <a:pt x="30254" y="36556"/>
                  </a:cubicBezTo>
                  <a:cubicBezTo>
                    <a:pt x="29218" y="34210"/>
                    <a:pt x="27468" y="31888"/>
                    <a:pt x="25706" y="30793"/>
                  </a:cubicBezTo>
                  <a:cubicBezTo>
                    <a:pt x="25992" y="30543"/>
                    <a:pt x="26301" y="30329"/>
                    <a:pt x="26611" y="30138"/>
                  </a:cubicBezTo>
                  <a:close/>
                  <a:moveTo>
                    <a:pt x="20693" y="30864"/>
                  </a:moveTo>
                  <a:cubicBezTo>
                    <a:pt x="20515" y="31567"/>
                    <a:pt x="20431" y="32365"/>
                    <a:pt x="20467" y="33293"/>
                  </a:cubicBezTo>
                  <a:cubicBezTo>
                    <a:pt x="20539" y="34686"/>
                    <a:pt x="21146" y="36294"/>
                    <a:pt x="22074" y="37818"/>
                  </a:cubicBezTo>
                  <a:cubicBezTo>
                    <a:pt x="21622" y="37449"/>
                    <a:pt x="21193" y="37056"/>
                    <a:pt x="20789" y="36663"/>
                  </a:cubicBezTo>
                  <a:cubicBezTo>
                    <a:pt x="19919" y="34984"/>
                    <a:pt x="19646" y="33174"/>
                    <a:pt x="20003" y="31222"/>
                  </a:cubicBezTo>
                  <a:cubicBezTo>
                    <a:pt x="20241" y="31091"/>
                    <a:pt x="20467" y="30983"/>
                    <a:pt x="20693" y="30864"/>
                  </a:cubicBezTo>
                  <a:close/>
                  <a:moveTo>
                    <a:pt x="31326" y="29710"/>
                  </a:moveTo>
                  <a:cubicBezTo>
                    <a:pt x="31730" y="29888"/>
                    <a:pt x="32111" y="30126"/>
                    <a:pt x="32504" y="30400"/>
                  </a:cubicBezTo>
                  <a:cubicBezTo>
                    <a:pt x="33338" y="31865"/>
                    <a:pt x="35421" y="36056"/>
                    <a:pt x="35278" y="38889"/>
                  </a:cubicBezTo>
                  <a:cubicBezTo>
                    <a:pt x="35040" y="38996"/>
                    <a:pt x="34755" y="39115"/>
                    <a:pt x="34445" y="39258"/>
                  </a:cubicBezTo>
                  <a:cubicBezTo>
                    <a:pt x="34469" y="38973"/>
                    <a:pt x="34505" y="38699"/>
                    <a:pt x="34505" y="38377"/>
                  </a:cubicBezTo>
                  <a:cubicBezTo>
                    <a:pt x="34481" y="38103"/>
                    <a:pt x="34445" y="37806"/>
                    <a:pt x="34385" y="37508"/>
                  </a:cubicBezTo>
                  <a:cubicBezTo>
                    <a:pt x="34350" y="34829"/>
                    <a:pt x="33159" y="32007"/>
                    <a:pt x="31326" y="29710"/>
                  </a:cubicBezTo>
                  <a:close/>
                  <a:moveTo>
                    <a:pt x="24170" y="33984"/>
                  </a:moveTo>
                  <a:cubicBezTo>
                    <a:pt x="25182" y="36103"/>
                    <a:pt x="26575" y="38008"/>
                    <a:pt x="28301" y="39532"/>
                  </a:cubicBezTo>
                  <a:cubicBezTo>
                    <a:pt x="28444" y="39782"/>
                    <a:pt x="28587" y="40044"/>
                    <a:pt x="28742" y="40306"/>
                  </a:cubicBezTo>
                  <a:cubicBezTo>
                    <a:pt x="27754" y="39413"/>
                    <a:pt x="26825" y="38484"/>
                    <a:pt x="25944" y="37484"/>
                  </a:cubicBezTo>
                  <a:cubicBezTo>
                    <a:pt x="23860" y="36258"/>
                    <a:pt x="23289" y="35079"/>
                    <a:pt x="24170" y="33984"/>
                  </a:cubicBezTo>
                  <a:close/>
                  <a:moveTo>
                    <a:pt x="23634" y="36937"/>
                  </a:moveTo>
                  <a:lnTo>
                    <a:pt x="23634" y="36937"/>
                  </a:lnTo>
                  <a:cubicBezTo>
                    <a:pt x="24825" y="38234"/>
                    <a:pt x="26146" y="39425"/>
                    <a:pt x="26920" y="40330"/>
                  </a:cubicBezTo>
                  <a:cubicBezTo>
                    <a:pt x="26492" y="40139"/>
                    <a:pt x="26087" y="39830"/>
                    <a:pt x="25706" y="39365"/>
                  </a:cubicBezTo>
                  <a:cubicBezTo>
                    <a:pt x="24622" y="38699"/>
                    <a:pt x="23968" y="37841"/>
                    <a:pt x="23634" y="36937"/>
                  </a:cubicBezTo>
                  <a:close/>
                  <a:moveTo>
                    <a:pt x="13883" y="30805"/>
                  </a:moveTo>
                  <a:cubicBezTo>
                    <a:pt x="14454" y="32472"/>
                    <a:pt x="15312" y="34127"/>
                    <a:pt x="16359" y="35698"/>
                  </a:cubicBezTo>
                  <a:cubicBezTo>
                    <a:pt x="17086" y="37615"/>
                    <a:pt x="18098" y="39425"/>
                    <a:pt x="19526" y="41020"/>
                  </a:cubicBezTo>
                  <a:cubicBezTo>
                    <a:pt x="18086" y="40235"/>
                    <a:pt x="16788" y="39246"/>
                    <a:pt x="15752" y="37853"/>
                  </a:cubicBezTo>
                  <a:cubicBezTo>
                    <a:pt x="14693" y="36472"/>
                    <a:pt x="13942" y="35043"/>
                    <a:pt x="13811" y="33258"/>
                  </a:cubicBezTo>
                  <a:cubicBezTo>
                    <a:pt x="13764" y="32722"/>
                    <a:pt x="13740" y="31567"/>
                    <a:pt x="13883" y="30805"/>
                  </a:cubicBezTo>
                  <a:close/>
                  <a:moveTo>
                    <a:pt x="23968" y="42140"/>
                  </a:moveTo>
                  <a:lnTo>
                    <a:pt x="23968" y="42140"/>
                  </a:lnTo>
                  <a:cubicBezTo>
                    <a:pt x="25051" y="42961"/>
                    <a:pt x="26206" y="43604"/>
                    <a:pt x="27337" y="43961"/>
                  </a:cubicBezTo>
                  <a:cubicBezTo>
                    <a:pt x="27182" y="44080"/>
                    <a:pt x="27004" y="44164"/>
                    <a:pt x="26825" y="44259"/>
                  </a:cubicBezTo>
                  <a:cubicBezTo>
                    <a:pt x="25789" y="43783"/>
                    <a:pt x="24813" y="42973"/>
                    <a:pt x="23968" y="42140"/>
                  </a:cubicBezTo>
                  <a:close/>
                  <a:moveTo>
                    <a:pt x="15847" y="39925"/>
                  </a:moveTo>
                  <a:cubicBezTo>
                    <a:pt x="18110" y="41997"/>
                    <a:pt x="21122" y="43545"/>
                    <a:pt x="23920" y="44330"/>
                  </a:cubicBezTo>
                  <a:cubicBezTo>
                    <a:pt x="23932" y="44342"/>
                    <a:pt x="23950" y="44342"/>
                    <a:pt x="23969" y="44342"/>
                  </a:cubicBezTo>
                  <a:cubicBezTo>
                    <a:pt x="23988" y="44342"/>
                    <a:pt x="24009" y="44342"/>
                    <a:pt x="24027" y="44354"/>
                  </a:cubicBezTo>
                  <a:lnTo>
                    <a:pt x="24420" y="44664"/>
                  </a:lnTo>
                  <a:cubicBezTo>
                    <a:pt x="24229" y="44652"/>
                    <a:pt x="24027" y="44628"/>
                    <a:pt x="23825" y="44592"/>
                  </a:cubicBezTo>
                  <a:cubicBezTo>
                    <a:pt x="20419" y="44390"/>
                    <a:pt x="17693" y="42533"/>
                    <a:pt x="15847" y="39925"/>
                  </a:cubicBezTo>
                  <a:close/>
                  <a:moveTo>
                    <a:pt x="31588" y="43533"/>
                  </a:moveTo>
                  <a:cubicBezTo>
                    <a:pt x="31980" y="43759"/>
                    <a:pt x="32433" y="43914"/>
                    <a:pt x="32909" y="43973"/>
                  </a:cubicBezTo>
                  <a:cubicBezTo>
                    <a:pt x="32064" y="44522"/>
                    <a:pt x="31033" y="44846"/>
                    <a:pt x="29780" y="44846"/>
                  </a:cubicBezTo>
                  <a:cubicBezTo>
                    <a:pt x="29620" y="44846"/>
                    <a:pt x="29457" y="44841"/>
                    <a:pt x="29290" y="44830"/>
                  </a:cubicBezTo>
                  <a:cubicBezTo>
                    <a:pt x="29718" y="44604"/>
                    <a:pt x="30135" y="44330"/>
                    <a:pt x="30552" y="44033"/>
                  </a:cubicBezTo>
                  <a:cubicBezTo>
                    <a:pt x="30909" y="43914"/>
                    <a:pt x="31254" y="43759"/>
                    <a:pt x="31588" y="43533"/>
                  </a:cubicBezTo>
                  <a:close/>
                  <a:moveTo>
                    <a:pt x="21050" y="45759"/>
                  </a:moveTo>
                  <a:lnTo>
                    <a:pt x="21050" y="45759"/>
                  </a:lnTo>
                  <a:cubicBezTo>
                    <a:pt x="22009" y="46017"/>
                    <a:pt x="22990" y="46150"/>
                    <a:pt x="23973" y="46150"/>
                  </a:cubicBezTo>
                  <a:cubicBezTo>
                    <a:pt x="24759" y="46150"/>
                    <a:pt x="25547" y="46065"/>
                    <a:pt x="26325" y="45890"/>
                  </a:cubicBezTo>
                  <a:cubicBezTo>
                    <a:pt x="27075" y="46307"/>
                    <a:pt x="27849" y="46676"/>
                    <a:pt x="28623" y="46890"/>
                  </a:cubicBezTo>
                  <a:cubicBezTo>
                    <a:pt x="27936" y="47022"/>
                    <a:pt x="27234" y="47087"/>
                    <a:pt x="26528" y="47087"/>
                  </a:cubicBezTo>
                  <a:cubicBezTo>
                    <a:pt x="24676" y="47087"/>
                    <a:pt x="22792" y="46638"/>
                    <a:pt x="21050" y="45759"/>
                  </a:cubicBezTo>
                  <a:close/>
                  <a:moveTo>
                    <a:pt x="29377" y="0"/>
                  </a:moveTo>
                  <a:cubicBezTo>
                    <a:pt x="29260" y="0"/>
                    <a:pt x="29135" y="24"/>
                    <a:pt x="29004" y="75"/>
                  </a:cubicBezTo>
                  <a:cubicBezTo>
                    <a:pt x="12454" y="6397"/>
                    <a:pt x="0" y="43259"/>
                    <a:pt x="22860" y="49676"/>
                  </a:cubicBezTo>
                  <a:cubicBezTo>
                    <a:pt x="24041" y="50009"/>
                    <a:pt x="25216" y="50166"/>
                    <a:pt x="26363" y="50166"/>
                  </a:cubicBezTo>
                  <a:cubicBezTo>
                    <a:pt x="32982" y="50166"/>
                    <a:pt x="38707" y="44944"/>
                    <a:pt x="39529" y="38044"/>
                  </a:cubicBezTo>
                  <a:cubicBezTo>
                    <a:pt x="40596" y="29154"/>
                    <a:pt x="32624" y="22601"/>
                    <a:pt x="24283" y="22601"/>
                  </a:cubicBezTo>
                  <a:cubicBezTo>
                    <a:pt x="24245" y="22601"/>
                    <a:pt x="24208" y="22601"/>
                    <a:pt x="24170" y="22601"/>
                  </a:cubicBezTo>
                  <a:cubicBezTo>
                    <a:pt x="23622" y="15255"/>
                    <a:pt x="25932" y="9600"/>
                    <a:pt x="29802" y="3254"/>
                  </a:cubicBezTo>
                  <a:cubicBezTo>
                    <a:pt x="30052" y="2837"/>
                    <a:pt x="29980" y="2420"/>
                    <a:pt x="29754" y="2111"/>
                  </a:cubicBezTo>
                  <a:cubicBezTo>
                    <a:pt x="29778" y="2099"/>
                    <a:pt x="29813" y="2063"/>
                    <a:pt x="29837" y="2051"/>
                  </a:cubicBezTo>
                  <a:cubicBezTo>
                    <a:pt x="30727" y="1511"/>
                    <a:pt x="30316" y="0"/>
                    <a:pt x="29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4" name="Google Shape;8694;p36"/>
            <p:cNvSpPr/>
            <p:nvPr/>
          </p:nvSpPr>
          <p:spPr>
            <a:xfrm>
              <a:off x="4348450" y="1863975"/>
              <a:ext cx="1014625" cy="1254150"/>
            </a:xfrm>
            <a:custGeom>
              <a:avLst/>
              <a:gdLst/>
              <a:ahLst/>
              <a:cxnLst/>
              <a:rect l="l" t="t" r="r" b="b"/>
              <a:pathLst>
                <a:path w="40585" h="50166" extrusionOk="0">
                  <a:moveTo>
                    <a:pt x="25170" y="5683"/>
                  </a:moveTo>
                  <a:lnTo>
                    <a:pt x="25170" y="5683"/>
                  </a:lnTo>
                  <a:cubicBezTo>
                    <a:pt x="24503" y="6790"/>
                    <a:pt x="23980" y="7981"/>
                    <a:pt x="23515" y="9183"/>
                  </a:cubicBezTo>
                  <a:cubicBezTo>
                    <a:pt x="23539" y="8826"/>
                    <a:pt x="23587" y="8469"/>
                    <a:pt x="23622" y="8112"/>
                  </a:cubicBezTo>
                  <a:cubicBezTo>
                    <a:pt x="23646" y="7838"/>
                    <a:pt x="23527" y="7647"/>
                    <a:pt x="23349" y="7516"/>
                  </a:cubicBezTo>
                  <a:cubicBezTo>
                    <a:pt x="23944" y="6873"/>
                    <a:pt x="24551" y="6266"/>
                    <a:pt x="25170" y="5683"/>
                  </a:cubicBezTo>
                  <a:close/>
                  <a:moveTo>
                    <a:pt x="19491" y="12386"/>
                  </a:moveTo>
                  <a:lnTo>
                    <a:pt x="19491" y="12386"/>
                  </a:lnTo>
                  <a:cubicBezTo>
                    <a:pt x="18503" y="14529"/>
                    <a:pt x="17669" y="16756"/>
                    <a:pt x="17038" y="19018"/>
                  </a:cubicBezTo>
                  <a:cubicBezTo>
                    <a:pt x="16979" y="18887"/>
                    <a:pt x="16860" y="18792"/>
                    <a:pt x="16729" y="18780"/>
                  </a:cubicBezTo>
                  <a:cubicBezTo>
                    <a:pt x="16741" y="18661"/>
                    <a:pt x="16741" y="18530"/>
                    <a:pt x="16753" y="18411"/>
                  </a:cubicBezTo>
                  <a:cubicBezTo>
                    <a:pt x="16788" y="18101"/>
                    <a:pt x="16622" y="17863"/>
                    <a:pt x="16395" y="17708"/>
                  </a:cubicBezTo>
                  <a:cubicBezTo>
                    <a:pt x="17312" y="15863"/>
                    <a:pt x="18348" y="14077"/>
                    <a:pt x="19491" y="12386"/>
                  </a:cubicBezTo>
                  <a:close/>
                  <a:moveTo>
                    <a:pt x="21503" y="16113"/>
                  </a:moveTo>
                  <a:cubicBezTo>
                    <a:pt x="21455" y="19030"/>
                    <a:pt x="21598" y="21970"/>
                    <a:pt x="22087" y="24780"/>
                  </a:cubicBezTo>
                  <a:cubicBezTo>
                    <a:pt x="22027" y="24780"/>
                    <a:pt x="21944" y="24792"/>
                    <a:pt x="21896" y="24792"/>
                  </a:cubicBezTo>
                  <a:cubicBezTo>
                    <a:pt x="21301" y="23316"/>
                    <a:pt x="20801" y="21792"/>
                    <a:pt x="20408" y="20208"/>
                  </a:cubicBezTo>
                  <a:cubicBezTo>
                    <a:pt x="20741" y="18851"/>
                    <a:pt x="21110" y="17482"/>
                    <a:pt x="21503" y="16113"/>
                  </a:cubicBezTo>
                  <a:close/>
                  <a:moveTo>
                    <a:pt x="20027" y="21875"/>
                  </a:moveTo>
                  <a:cubicBezTo>
                    <a:pt x="20289" y="22923"/>
                    <a:pt x="20598" y="23935"/>
                    <a:pt x="20932" y="24923"/>
                  </a:cubicBezTo>
                  <a:cubicBezTo>
                    <a:pt x="20408" y="25030"/>
                    <a:pt x="19884" y="25197"/>
                    <a:pt x="19360" y="25423"/>
                  </a:cubicBezTo>
                  <a:cubicBezTo>
                    <a:pt x="19527" y="24245"/>
                    <a:pt x="19765" y="23054"/>
                    <a:pt x="20027" y="21875"/>
                  </a:cubicBezTo>
                  <a:close/>
                  <a:moveTo>
                    <a:pt x="21205" y="11398"/>
                  </a:moveTo>
                  <a:lnTo>
                    <a:pt x="21205" y="11398"/>
                  </a:lnTo>
                  <a:cubicBezTo>
                    <a:pt x="19848" y="16553"/>
                    <a:pt x="18288" y="21506"/>
                    <a:pt x="17765" y="26340"/>
                  </a:cubicBezTo>
                  <a:cubicBezTo>
                    <a:pt x="17645" y="26435"/>
                    <a:pt x="17538" y="26531"/>
                    <a:pt x="17443" y="26626"/>
                  </a:cubicBezTo>
                  <a:cubicBezTo>
                    <a:pt x="17479" y="21482"/>
                    <a:pt x="19050" y="16208"/>
                    <a:pt x="21205" y="11398"/>
                  </a:cubicBezTo>
                  <a:close/>
                  <a:moveTo>
                    <a:pt x="14752" y="23292"/>
                  </a:moveTo>
                  <a:cubicBezTo>
                    <a:pt x="14681" y="24983"/>
                    <a:pt x="14717" y="26697"/>
                    <a:pt x="14836" y="28364"/>
                  </a:cubicBezTo>
                  <a:cubicBezTo>
                    <a:pt x="14800" y="28281"/>
                    <a:pt x="14764" y="28197"/>
                    <a:pt x="14717" y="28102"/>
                  </a:cubicBezTo>
                  <a:cubicBezTo>
                    <a:pt x="14653" y="27944"/>
                    <a:pt x="14505" y="27860"/>
                    <a:pt x="14356" y="27860"/>
                  </a:cubicBezTo>
                  <a:cubicBezTo>
                    <a:pt x="14337" y="27860"/>
                    <a:pt x="14318" y="27861"/>
                    <a:pt x="14300" y="27864"/>
                  </a:cubicBezTo>
                  <a:cubicBezTo>
                    <a:pt x="14133" y="26531"/>
                    <a:pt x="14216" y="25185"/>
                    <a:pt x="14562" y="23840"/>
                  </a:cubicBezTo>
                  <a:cubicBezTo>
                    <a:pt x="14633" y="23661"/>
                    <a:pt x="14681" y="23471"/>
                    <a:pt x="14752" y="23292"/>
                  </a:cubicBezTo>
                  <a:close/>
                  <a:moveTo>
                    <a:pt x="21551" y="26566"/>
                  </a:moveTo>
                  <a:cubicBezTo>
                    <a:pt x="21670" y="26876"/>
                    <a:pt x="21813" y="27185"/>
                    <a:pt x="21932" y="27507"/>
                  </a:cubicBezTo>
                  <a:cubicBezTo>
                    <a:pt x="20836" y="27638"/>
                    <a:pt x="19884" y="28126"/>
                    <a:pt x="19229" y="29138"/>
                  </a:cubicBezTo>
                  <a:cubicBezTo>
                    <a:pt x="19705" y="27638"/>
                    <a:pt x="20479" y="26792"/>
                    <a:pt x="21551" y="26566"/>
                  </a:cubicBezTo>
                  <a:close/>
                  <a:moveTo>
                    <a:pt x="25897" y="25507"/>
                  </a:moveTo>
                  <a:lnTo>
                    <a:pt x="25897" y="25507"/>
                  </a:lnTo>
                  <a:cubicBezTo>
                    <a:pt x="29123" y="25911"/>
                    <a:pt x="32112" y="27483"/>
                    <a:pt x="34171" y="29793"/>
                  </a:cubicBezTo>
                  <a:cubicBezTo>
                    <a:pt x="33826" y="29555"/>
                    <a:pt x="33469" y="29364"/>
                    <a:pt x="33100" y="29233"/>
                  </a:cubicBezTo>
                  <a:cubicBezTo>
                    <a:pt x="33040" y="29209"/>
                    <a:pt x="32993" y="29198"/>
                    <a:pt x="32933" y="29198"/>
                  </a:cubicBezTo>
                  <a:cubicBezTo>
                    <a:pt x="31695" y="28364"/>
                    <a:pt x="30326" y="27721"/>
                    <a:pt x="28945" y="27340"/>
                  </a:cubicBezTo>
                  <a:cubicBezTo>
                    <a:pt x="27992" y="26578"/>
                    <a:pt x="26968" y="25959"/>
                    <a:pt x="25897" y="25507"/>
                  </a:cubicBezTo>
                  <a:close/>
                  <a:moveTo>
                    <a:pt x="28825" y="29364"/>
                  </a:moveTo>
                  <a:cubicBezTo>
                    <a:pt x="29552" y="30019"/>
                    <a:pt x="30302" y="30864"/>
                    <a:pt x="30945" y="31817"/>
                  </a:cubicBezTo>
                  <a:cubicBezTo>
                    <a:pt x="30076" y="30936"/>
                    <a:pt x="29123" y="30150"/>
                    <a:pt x="28123" y="29495"/>
                  </a:cubicBezTo>
                  <a:cubicBezTo>
                    <a:pt x="28349" y="29436"/>
                    <a:pt x="28587" y="29388"/>
                    <a:pt x="28825" y="29364"/>
                  </a:cubicBezTo>
                  <a:close/>
                  <a:moveTo>
                    <a:pt x="28123" y="31019"/>
                  </a:moveTo>
                  <a:lnTo>
                    <a:pt x="28123" y="31019"/>
                  </a:lnTo>
                  <a:cubicBezTo>
                    <a:pt x="28540" y="31329"/>
                    <a:pt x="28933" y="31686"/>
                    <a:pt x="29302" y="32115"/>
                  </a:cubicBezTo>
                  <a:cubicBezTo>
                    <a:pt x="30635" y="33400"/>
                    <a:pt x="31659" y="34889"/>
                    <a:pt x="32350" y="36567"/>
                  </a:cubicBezTo>
                  <a:cubicBezTo>
                    <a:pt x="31076" y="34615"/>
                    <a:pt x="29659" y="32805"/>
                    <a:pt x="28123" y="31019"/>
                  </a:cubicBezTo>
                  <a:close/>
                  <a:moveTo>
                    <a:pt x="26611" y="30138"/>
                  </a:moveTo>
                  <a:cubicBezTo>
                    <a:pt x="26718" y="30186"/>
                    <a:pt x="26813" y="30221"/>
                    <a:pt x="26909" y="30269"/>
                  </a:cubicBezTo>
                  <a:cubicBezTo>
                    <a:pt x="26670" y="30448"/>
                    <a:pt x="26539" y="30805"/>
                    <a:pt x="26789" y="31103"/>
                  </a:cubicBezTo>
                  <a:cubicBezTo>
                    <a:pt x="28397" y="33055"/>
                    <a:pt x="29778" y="35043"/>
                    <a:pt x="31076" y="37151"/>
                  </a:cubicBezTo>
                  <a:cubicBezTo>
                    <a:pt x="30790" y="36948"/>
                    <a:pt x="30528" y="36758"/>
                    <a:pt x="30254" y="36556"/>
                  </a:cubicBezTo>
                  <a:cubicBezTo>
                    <a:pt x="29218" y="34210"/>
                    <a:pt x="27468" y="31888"/>
                    <a:pt x="25706" y="30793"/>
                  </a:cubicBezTo>
                  <a:cubicBezTo>
                    <a:pt x="25980" y="30543"/>
                    <a:pt x="26301" y="30329"/>
                    <a:pt x="26611" y="30138"/>
                  </a:cubicBezTo>
                  <a:close/>
                  <a:moveTo>
                    <a:pt x="20682" y="30864"/>
                  </a:moveTo>
                  <a:lnTo>
                    <a:pt x="20682" y="30864"/>
                  </a:lnTo>
                  <a:cubicBezTo>
                    <a:pt x="20503" y="31567"/>
                    <a:pt x="20432" y="32365"/>
                    <a:pt x="20467" y="33293"/>
                  </a:cubicBezTo>
                  <a:cubicBezTo>
                    <a:pt x="20539" y="34686"/>
                    <a:pt x="21146" y="36294"/>
                    <a:pt x="22075" y="37818"/>
                  </a:cubicBezTo>
                  <a:cubicBezTo>
                    <a:pt x="21622" y="37449"/>
                    <a:pt x="21194" y="37056"/>
                    <a:pt x="20789" y="36663"/>
                  </a:cubicBezTo>
                  <a:cubicBezTo>
                    <a:pt x="19908" y="34984"/>
                    <a:pt x="19646" y="33174"/>
                    <a:pt x="20003" y="31222"/>
                  </a:cubicBezTo>
                  <a:cubicBezTo>
                    <a:pt x="20241" y="31091"/>
                    <a:pt x="20467" y="30983"/>
                    <a:pt x="20682" y="30864"/>
                  </a:cubicBezTo>
                  <a:close/>
                  <a:moveTo>
                    <a:pt x="31326" y="29710"/>
                  </a:moveTo>
                  <a:lnTo>
                    <a:pt x="31326" y="29710"/>
                  </a:lnTo>
                  <a:cubicBezTo>
                    <a:pt x="31731" y="29888"/>
                    <a:pt x="32112" y="30126"/>
                    <a:pt x="32504" y="30400"/>
                  </a:cubicBezTo>
                  <a:cubicBezTo>
                    <a:pt x="33338" y="31865"/>
                    <a:pt x="35422" y="36056"/>
                    <a:pt x="35267" y="38889"/>
                  </a:cubicBezTo>
                  <a:cubicBezTo>
                    <a:pt x="35029" y="38996"/>
                    <a:pt x="34743" y="39115"/>
                    <a:pt x="34433" y="39258"/>
                  </a:cubicBezTo>
                  <a:cubicBezTo>
                    <a:pt x="34469" y="38973"/>
                    <a:pt x="34493" y="38699"/>
                    <a:pt x="34493" y="38377"/>
                  </a:cubicBezTo>
                  <a:cubicBezTo>
                    <a:pt x="34481" y="38103"/>
                    <a:pt x="34433" y="37806"/>
                    <a:pt x="34374" y="37508"/>
                  </a:cubicBezTo>
                  <a:cubicBezTo>
                    <a:pt x="34350" y="34829"/>
                    <a:pt x="33159" y="32007"/>
                    <a:pt x="31326" y="29710"/>
                  </a:cubicBezTo>
                  <a:close/>
                  <a:moveTo>
                    <a:pt x="24158" y="33984"/>
                  </a:moveTo>
                  <a:lnTo>
                    <a:pt x="24158" y="33984"/>
                  </a:lnTo>
                  <a:cubicBezTo>
                    <a:pt x="25170" y="36103"/>
                    <a:pt x="26563" y="38008"/>
                    <a:pt x="28290" y="39532"/>
                  </a:cubicBezTo>
                  <a:cubicBezTo>
                    <a:pt x="28421" y="39782"/>
                    <a:pt x="28575" y="40044"/>
                    <a:pt x="28718" y="40306"/>
                  </a:cubicBezTo>
                  <a:cubicBezTo>
                    <a:pt x="27742" y="39413"/>
                    <a:pt x="26801" y="38484"/>
                    <a:pt x="25920" y="37484"/>
                  </a:cubicBezTo>
                  <a:cubicBezTo>
                    <a:pt x="23837" y="36258"/>
                    <a:pt x="23277" y="35079"/>
                    <a:pt x="24158" y="33984"/>
                  </a:cubicBezTo>
                  <a:close/>
                  <a:moveTo>
                    <a:pt x="23622" y="36937"/>
                  </a:moveTo>
                  <a:cubicBezTo>
                    <a:pt x="24813" y="38234"/>
                    <a:pt x="26135" y="39425"/>
                    <a:pt x="26909" y="40330"/>
                  </a:cubicBezTo>
                  <a:cubicBezTo>
                    <a:pt x="26468" y="40139"/>
                    <a:pt x="26075" y="39830"/>
                    <a:pt x="25682" y="39365"/>
                  </a:cubicBezTo>
                  <a:cubicBezTo>
                    <a:pt x="24611" y="38699"/>
                    <a:pt x="23956" y="37841"/>
                    <a:pt x="23622" y="36937"/>
                  </a:cubicBezTo>
                  <a:close/>
                  <a:moveTo>
                    <a:pt x="13883" y="30805"/>
                  </a:moveTo>
                  <a:cubicBezTo>
                    <a:pt x="14455" y="32472"/>
                    <a:pt x="15312" y="34127"/>
                    <a:pt x="16348" y="35698"/>
                  </a:cubicBezTo>
                  <a:cubicBezTo>
                    <a:pt x="17086" y="37615"/>
                    <a:pt x="18098" y="39425"/>
                    <a:pt x="19527" y="41020"/>
                  </a:cubicBezTo>
                  <a:cubicBezTo>
                    <a:pt x="18074" y="40235"/>
                    <a:pt x="16764" y="39246"/>
                    <a:pt x="15740" y="37853"/>
                  </a:cubicBezTo>
                  <a:cubicBezTo>
                    <a:pt x="14693" y="36472"/>
                    <a:pt x="13931" y="35043"/>
                    <a:pt x="13812" y="33258"/>
                  </a:cubicBezTo>
                  <a:cubicBezTo>
                    <a:pt x="13764" y="32722"/>
                    <a:pt x="13740" y="31567"/>
                    <a:pt x="13883" y="30805"/>
                  </a:cubicBezTo>
                  <a:close/>
                  <a:moveTo>
                    <a:pt x="23956" y="42140"/>
                  </a:moveTo>
                  <a:lnTo>
                    <a:pt x="23956" y="42140"/>
                  </a:lnTo>
                  <a:cubicBezTo>
                    <a:pt x="25051" y="42961"/>
                    <a:pt x="26206" y="43604"/>
                    <a:pt x="27337" y="43961"/>
                  </a:cubicBezTo>
                  <a:cubicBezTo>
                    <a:pt x="27170" y="44080"/>
                    <a:pt x="26992" y="44164"/>
                    <a:pt x="26813" y="44259"/>
                  </a:cubicBezTo>
                  <a:cubicBezTo>
                    <a:pt x="25789" y="43783"/>
                    <a:pt x="24813" y="42973"/>
                    <a:pt x="23956" y="42140"/>
                  </a:cubicBezTo>
                  <a:close/>
                  <a:moveTo>
                    <a:pt x="15848" y="39925"/>
                  </a:moveTo>
                  <a:lnTo>
                    <a:pt x="15848" y="39925"/>
                  </a:lnTo>
                  <a:cubicBezTo>
                    <a:pt x="18110" y="41997"/>
                    <a:pt x="21122" y="43545"/>
                    <a:pt x="23920" y="44330"/>
                  </a:cubicBezTo>
                  <a:cubicBezTo>
                    <a:pt x="23932" y="44342"/>
                    <a:pt x="23950" y="44342"/>
                    <a:pt x="23968" y="44342"/>
                  </a:cubicBezTo>
                  <a:cubicBezTo>
                    <a:pt x="23986" y="44342"/>
                    <a:pt x="24003" y="44342"/>
                    <a:pt x="24015" y="44354"/>
                  </a:cubicBezTo>
                  <a:lnTo>
                    <a:pt x="24420" y="44664"/>
                  </a:lnTo>
                  <a:cubicBezTo>
                    <a:pt x="24230" y="44652"/>
                    <a:pt x="24015" y="44628"/>
                    <a:pt x="23825" y="44592"/>
                  </a:cubicBezTo>
                  <a:cubicBezTo>
                    <a:pt x="20420" y="44390"/>
                    <a:pt x="17681" y="42533"/>
                    <a:pt x="15848" y="39925"/>
                  </a:cubicBezTo>
                  <a:close/>
                  <a:moveTo>
                    <a:pt x="31576" y="43533"/>
                  </a:moveTo>
                  <a:cubicBezTo>
                    <a:pt x="31981" y="43759"/>
                    <a:pt x="32433" y="43914"/>
                    <a:pt x="32909" y="43973"/>
                  </a:cubicBezTo>
                  <a:cubicBezTo>
                    <a:pt x="32065" y="44522"/>
                    <a:pt x="31033" y="44846"/>
                    <a:pt x="29780" y="44846"/>
                  </a:cubicBezTo>
                  <a:cubicBezTo>
                    <a:pt x="29621" y="44846"/>
                    <a:pt x="29457" y="44841"/>
                    <a:pt x="29290" y="44830"/>
                  </a:cubicBezTo>
                  <a:cubicBezTo>
                    <a:pt x="29718" y="44604"/>
                    <a:pt x="30135" y="44330"/>
                    <a:pt x="30552" y="44033"/>
                  </a:cubicBezTo>
                  <a:cubicBezTo>
                    <a:pt x="30909" y="43914"/>
                    <a:pt x="31254" y="43759"/>
                    <a:pt x="31576" y="43533"/>
                  </a:cubicBezTo>
                  <a:close/>
                  <a:moveTo>
                    <a:pt x="21039" y="45759"/>
                  </a:moveTo>
                  <a:lnTo>
                    <a:pt x="21039" y="45759"/>
                  </a:lnTo>
                  <a:cubicBezTo>
                    <a:pt x="21998" y="46017"/>
                    <a:pt x="22982" y="46150"/>
                    <a:pt x="23968" y="46150"/>
                  </a:cubicBezTo>
                  <a:cubicBezTo>
                    <a:pt x="24757" y="46150"/>
                    <a:pt x="25547" y="46065"/>
                    <a:pt x="26325" y="45890"/>
                  </a:cubicBezTo>
                  <a:cubicBezTo>
                    <a:pt x="27063" y="46307"/>
                    <a:pt x="27849" y="46676"/>
                    <a:pt x="28623" y="46890"/>
                  </a:cubicBezTo>
                  <a:cubicBezTo>
                    <a:pt x="27936" y="47022"/>
                    <a:pt x="27235" y="47087"/>
                    <a:pt x="26528" y="47087"/>
                  </a:cubicBezTo>
                  <a:cubicBezTo>
                    <a:pt x="24676" y="47087"/>
                    <a:pt x="22788" y="46638"/>
                    <a:pt x="21039" y="45759"/>
                  </a:cubicBezTo>
                  <a:close/>
                  <a:moveTo>
                    <a:pt x="29377" y="0"/>
                  </a:moveTo>
                  <a:cubicBezTo>
                    <a:pt x="29260" y="0"/>
                    <a:pt x="29135" y="24"/>
                    <a:pt x="29004" y="75"/>
                  </a:cubicBezTo>
                  <a:cubicBezTo>
                    <a:pt x="12454" y="6397"/>
                    <a:pt x="0" y="43259"/>
                    <a:pt x="22860" y="49676"/>
                  </a:cubicBezTo>
                  <a:cubicBezTo>
                    <a:pt x="24041" y="50009"/>
                    <a:pt x="25216" y="50166"/>
                    <a:pt x="26363" y="50166"/>
                  </a:cubicBezTo>
                  <a:cubicBezTo>
                    <a:pt x="32982" y="50166"/>
                    <a:pt x="38707" y="44944"/>
                    <a:pt x="39529" y="38044"/>
                  </a:cubicBezTo>
                  <a:cubicBezTo>
                    <a:pt x="40584" y="29154"/>
                    <a:pt x="32601" y="22601"/>
                    <a:pt x="24283" y="22601"/>
                  </a:cubicBezTo>
                  <a:cubicBezTo>
                    <a:pt x="24245" y="22601"/>
                    <a:pt x="24208" y="22601"/>
                    <a:pt x="24170" y="22601"/>
                  </a:cubicBezTo>
                  <a:cubicBezTo>
                    <a:pt x="23611" y="15255"/>
                    <a:pt x="25920" y="9600"/>
                    <a:pt x="29790" y="3254"/>
                  </a:cubicBezTo>
                  <a:cubicBezTo>
                    <a:pt x="30040" y="2837"/>
                    <a:pt x="29968" y="2420"/>
                    <a:pt x="29742" y="2111"/>
                  </a:cubicBezTo>
                  <a:cubicBezTo>
                    <a:pt x="29778" y="2099"/>
                    <a:pt x="29814" y="2063"/>
                    <a:pt x="29837" y="2051"/>
                  </a:cubicBezTo>
                  <a:cubicBezTo>
                    <a:pt x="30727" y="1511"/>
                    <a:pt x="30317" y="0"/>
                    <a:pt x="29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95" name="Google Shape;8695;p36"/>
          <p:cNvGrpSpPr/>
          <p:nvPr/>
        </p:nvGrpSpPr>
        <p:grpSpPr>
          <a:xfrm>
            <a:off x="3497325" y="2996805"/>
            <a:ext cx="2252199" cy="93989"/>
            <a:chOff x="3445893" y="4053330"/>
            <a:chExt cx="2252199" cy="93989"/>
          </a:xfrm>
        </p:grpSpPr>
        <p:sp>
          <p:nvSpPr>
            <p:cNvPr id="8696" name="Google Shape;8696;p36"/>
            <p:cNvSpPr/>
            <p:nvPr/>
          </p:nvSpPr>
          <p:spPr>
            <a:xfrm>
              <a:off x="3445893" y="4088755"/>
              <a:ext cx="2252199" cy="58564"/>
            </a:xfrm>
            <a:custGeom>
              <a:avLst/>
              <a:gdLst/>
              <a:ahLst/>
              <a:cxnLst/>
              <a:rect l="l" t="t" r="r" b="b"/>
              <a:pathLst>
                <a:path w="10344" h="617" extrusionOk="0">
                  <a:moveTo>
                    <a:pt x="371" y="0"/>
                  </a:moveTo>
                  <a:cubicBezTo>
                    <a:pt x="274" y="0"/>
                    <a:pt x="176" y="4"/>
                    <a:pt x="77" y="13"/>
                  </a:cubicBezTo>
                  <a:cubicBezTo>
                    <a:pt x="1" y="13"/>
                    <a:pt x="3" y="132"/>
                    <a:pt x="78" y="132"/>
                  </a:cubicBezTo>
                  <a:cubicBezTo>
                    <a:pt x="79" y="132"/>
                    <a:pt x="80" y="132"/>
                    <a:pt x="81" y="132"/>
                  </a:cubicBezTo>
                  <a:cubicBezTo>
                    <a:pt x="246" y="140"/>
                    <a:pt x="410" y="177"/>
                    <a:pt x="574" y="189"/>
                  </a:cubicBezTo>
                  <a:cubicBezTo>
                    <a:pt x="738" y="206"/>
                    <a:pt x="902" y="226"/>
                    <a:pt x="1062" y="247"/>
                  </a:cubicBezTo>
                  <a:cubicBezTo>
                    <a:pt x="1226" y="263"/>
                    <a:pt x="1395" y="271"/>
                    <a:pt x="1555" y="292"/>
                  </a:cubicBezTo>
                  <a:cubicBezTo>
                    <a:pt x="1719" y="317"/>
                    <a:pt x="1883" y="325"/>
                    <a:pt x="2047" y="349"/>
                  </a:cubicBezTo>
                  <a:cubicBezTo>
                    <a:pt x="2211" y="378"/>
                    <a:pt x="2375" y="431"/>
                    <a:pt x="2543" y="448"/>
                  </a:cubicBezTo>
                  <a:cubicBezTo>
                    <a:pt x="2712" y="464"/>
                    <a:pt x="2880" y="485"/>
                    <a:pt x="3052" y="497"/>
                  </a:cubicBezTo>
                  <a:cubicBezTo>
                    <a:pt x="3093" y="500"/>
                    <a:pt x="3134" y="501"/>
                    <a:pt x="3175" y="501"/>
                  </a:cubicBezTo>
                  <a:cubicBezTo>
                    <a:pt x="3273" y="501"/>
                    <a:pt x="3371" y="495"/>
                    <a:pt x="3470" y="495"/>
                  </a:cubicBezTo>
                  <a:cubicBezTo>
                    <a:pt x="3501" y="495"/>
                    <a:pt x="3531" y="496"/>
                    <a:pt x="3561" y="497"/>
                  </a:cubicBezTo>
                  <a:cubicBezTo>
                    <a:pt x="3729" y="501"/>
                    <a:pt x="3898" y="518"/>
                    <a:pt x="4066" y="526"/>
                  </a:cubicBezTo>
                  <a:cubicBezTo>
                    <a:pt x="4152" y="530"/>
                    <a:pt x="4235" y="530"/>
                    <a:pt x="4318" y="530"/>
                  </a:cubicBezTo>
                  <a:cubicBezTo>
                    <a:pt x="4400" y="530"/>
                    <a:pt x="4482" y="530"/>
                    <a:pt x="4566" y="534"/>
                  </a:cubicBezTo>
                  <a:cubicBezTo>
                    <a:pt x="4730" y="538"/>
                    <a:pt x="4895" y="591"/>
                    <a:pt x="5063" y="596"/>
                  </a:cubicBezTo>
                  <a:cubicBezTo>
                    <a:pt x="5078" y="596"/>
                    <a:pt x="5093" y="596"/>
                    <a:pt x="5108" y="596"/>
                  </a:cubicBezTo>
                  <a:cubicBezTo>
                    <a:pt x="5243" y="596"/>
                    <a:pt x="5380" y="583"/>
                    <a:pt x="5514" y="583"/>
                  </a:cubicBezTo>
                  <a:cubicBezTo>
                    <a:pt x="5529" y="583"/>
                    <a:pt x="5544" y="583"/>
                    <a:pt x="5559" y="583"/>
                  </a:cubicBezTo>
                  <a:cubicBezTo>
                    <a:pt x="5615" y="585"/>
                    <a:pt x="5671" y="585"/>
                    <a:pt x="5727" y="585"/>
                  </a:cubicBezTo>
                  <a:cubicBezTo>
                    <a:pt x="5837" y="585"/>
                    <a:pt x="5948" y="583"/>
                    <a:pt x="6060" y="583"/>
                  </a:cubicBezTo>
                  <a:cubicBezTo>
                    <a:pt x="6224" y="583"/>
                    <a:pt x="6392" y="616"/>
                    <a:pt x="6556" y="616"/>
                  </a:cubicBezTo>
                  <a:cubicBezTo>
                    <a:pt x="6721" y="616"/>
                    <a:pt x="6889" y="600"/>
                    <a:pt x="7053" y="600"/>
                  </a:cubicBezTo>
                  <a:cubicBezTo>
                    <a:pt x="7221" y="596"/>
                    <a:pt x="7385" y="563"/>
                    <a:pt x="7554" y="559"/>
                  </a:cubicBezTo>
                  <a:cubicBezTo>
                    <a:pt x="7570" y="558"/>
                    <a:pt x="7587" y="557"/>
                    <a:pt x="7603" y="557"/>
                  </a:cubicBezTo>
                  <a:cubicBezTo>
                    <a:pt x="7735" y="557"/>
                    <a:pt x="7869" y="580"/>
                    <a:pt x="8000" y="580"/>
                  </a:cubicBezTo>
                  <a:cubicBezTo>
                    <a:pt x="8017" y="580"/>
                    <a:pt x="8033" y="580"/>
                    <a:pt x="8050" y="579"/>
                  </a:cubicBezTo>
                  <a:cubicBezTo>
                    <a:pt x="8243" y="571"/>
                    <a:pt x="8428" y="522"/>
                    <a:pt x="8616" y="509"/>
                  </a:cubicBezTo>
                  <a:cubicBezTo>
                    <a:pt x="8805" y="497"/>
                    <a:pt x="8994" y="477"/>
                    <a:pt x="9178" y="460"/>
                  </a:cubicBezTo>
                  <a:cubicBezTo>
                    <a:pt x="9367" y="440"/>
                    <a:pt x="9560" y="448"/>
                    <a:pt x="9749" y="427"/>
                  </a:cubicBezTo>
                  <a:cubicBezTo>
                    <a:pt x="9938" y="403"/>
                    <a:pt x="10122" y="370"/>
                    <a:pt x="10311" y="341"/>
                  </a:cubicBezTo>
                  <a:cubicBezTo>
                    <a:pt x="10340" y="337"/>
                    <a:pt x="10344" y="267"/>
                    <a:pt x="10311" y="267"/>
                  </a:cubicBezTo>
                  <a:cubicBezTo>
                    <a:pt x="10143" y="271"/>
                    <a:pt x="9974" y="280"/>
                    <a:pt x="9810" y="284"/>
                  </a:cubicBezTo>
                  <a:cubicBezTo>
                    <a:pt x="9642" y="288"/>
                    <a:pt x="9474" y="308"/>
                    <a:pt x="9310" y="312"/>
                  </a:cubicBezTo>
                  <a:cubicBezTo>
                    <a:pt x="9141" y="317"/>
                    <a:pt x="8977" y="325"/>
                    <a:pt x="8809" y="329"/>
                  </a:cubicBezTo>
                  <a:cubicBezTo>
                    <a:pt x="8641" y="333"/>
                    <a:pt x="8477" y="345"/>
                    <a:pt x="8309" y="349"/>
                  </a:cubicBezTo>
                  <a:cubicBezTo>
                    <a:pt x="8296" y="350"/>
                    <a:pt x="8283" y="350"/>
                    <a:pt x="8270" y="350"/>
                  </a:cubicBezTo>
                  <a:cubicBezTo>
                    <a:pt x="8115" y="350"/>
                    <a:pt x="7963" y="329"/>
                    <a:pt x="7808" y="329"/>
                  </a:cubicBezTo>
                  <a:cubicBezTo>
                    <a:pt x="7640" y="333"/>
                    <a:pt x="7476" y="382"/>
                    <a:pt x="7307" y="386"/>
                  </a:cubicBezTo>
                  <a:cubicBezTo>
                    <a:pt x="7300" y="387"/>
                    <a:pt x="7293" y="387"/>
                    <a:pt x="7285" y="387"/>
                  </a:cubicBezTo>
                  <a:cubicBezTo>
                    <a:pt x="7132" y="387"/>
                    <a:pt x="6982" y="349"/>
                    <a:pt x="6829" y="349"/>
                  </a:cubicBezTo>
                  <a:cubicBezTo>
                    <a:pt x="6821" y="349"/>
                    <a:pt x="6814" y="349"/>
                    <a:pt x="6807" y="349"/>
                  </a:cubicBezTo>
                  <a:lnTo>
                    <a:pt x="6306" y="349"/>
                  </a:lnTo>
                  <a:cubicBezTo>
                    <a:pt x="6160" y="349"/>
                    <a:pt x="6011" y="362"/>
                    <a:pt x="5862" y="362"/>
                  </a:cubicBezTo>
                  <a:cubicBezTo>
                    <a:pt x="5843" y="362"/>
                    <a:pt x="5824" y="362"/>
                    <a:pt x="5806" y="362"/>
                  </a:cubicBezTo>
                  <a:cubicBezTo>
                    <a:pt x="5751" y="360"/>
                    <a:pt x="5696" y="360"/>
                    <a:pt x="5640" y="360"/>
                  </a:cubicBezTo>
                  <a:cubicBezTo>
                    <a:pt x="5529" y="360"/>
                    <a:pt x="5417" y="362"/>
                    <a:pt x="5305" y="362"/>
                  </a:cubicBezTo>
                  <a:cubicBezTo>
                    <a:pt x="5193" y="362"/>
                    <a:pt x="5082" y="365"/>
                    <a:pt x="4972" y="365"/>
                  </a:cubicBezTo>
                  <a:cubicBezTo>
                    <a:pt x="4916" y="365"/>
                    <a:pt x="4860" y="364"/>
                    <a:pt x="4804" y="362"/>
                  </a:cubicBezTo>
                  <a:cubicBezTo>
                    <a:pt x="4636" y="354"/>
                    <a:pt x="4472" y="329"/>
                    <a:pt x="4304" y="321"/>
                  </a:cubicBezTo>
                  <a:cubicBezTo>
                    <a:pt x="4220" y="317"/>
                    <a:pt x="4137" y="317"/>
                    <a:pt x="4053" y="317"/>
                  </a:cubicBezTo>
                  <a:cubicBezTo>
                    <a:pt x="3970" y="317"/>
                    <a:pt x="3887" y="317"/>
                    <a:pt x="3803" y="312"/>
                  </a:cubicBezTo>
                  <a:cubicBezTo>
                    <a:pt x="3635" y="308"/>
                    <a:pt x="3471" y="255"/>
                    <a:pt x="3307" y="247"/>
                  </a:cubicBezTo>
                  <a:cubicBezTo>
                    <a:pt x="3138" y="239"/>
                    <a:pt x="2974" y="230"/>
                    <a:pt x="2806" y="218"/>
                  </a:cubicBezTo>
                  <a:cubicBezTo>
                    <a:pt x="2638" y="210"/>
                    <a:pt x="2474" y="198"/>
                    <a:pt x="2305" y="185"/>
                  </a:cubicBezTo>
                  <a:cubicBezTo>
                    <a:pt x="2117" y="173"/>
                    <a:pt x="1924" y="173"/>
                    <a:pt x="1731" y="152"/>
                  </a:cubicBezTo>
                  <a:cubicBezTo>
                    <a:pt x="1542" y="136"/>
                    <a:pt x="1354" y="111"/>
                    <a:pt x="1165" y="79"/>
                  </a:cubicBezTo>
                  <a:cubicBezTo>
                    <a:pt x="984" y="50"/>
                    <a:pt x="804" y="21"/>
                    <a:pt x="623" y="9"/>
                  </a:cubicBezTo>
                  <a:cubicBezTo>
                    <a:pt x="539" y="3"/>
                    <a:pt x="456" y="0"/>
                    <a:pt x="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7" name="Google Shape;8697;p36"/>
            <p:cNvSpPr/>
            <p:nvPr/>
          </p:nvSpPr>
          <p:spPr>
            <a:xfrm>
              <a:off x="3445893" y="4053330"/>
              <a:ext cx="2252199" cy="58564"/>
            </a:xfrm>
            <a:custGeom>
              <a:avLst/>
              <a:gdLst/>
              <a:ahLst/>
              <a:cxnLst/>
              <a:rect l="l" t="t" r="r" b="b"/>
              <a:pathLst>
                <a:path w="10344" h="617" extrusionOk="0">
                  <a:moveTo>
                    <a:pt x="371" y="0"/>
                  </a:moveTo>
                  <a:cubicBezTo>
                    <a:pt x="274" y="0"/>
                    <a:pt x="176" y="4"/>
                    <a:pt x="77" y="13"/>
                  </a:cubicBezTo>
                  <a:cubicBezTo>
                    <a:pt x="1" y="13"/>
                    <a:pt x="3" y="132"/>
                    <a:pt x="78" y="132"/>
                  </a:cubicBezTo>
                  <a:cubicBezTo>
                    <a:pt x="79" y="132"/>
                    <a:pt x="80" y="132"/>
                    <a:pt x="81" y="132"/>
                  </a:cubicBezTo>
                  <a:cubicBezTo>
                    <a:pt x="246" y="140"/>
                    <a:pt x="410" y="177"/>
                    <a:pt x="574" y="189"/>
                  </a:cubicBezTo>
                  <a:cubicBezTo>
                    <a:pt x="738" y="206"/>
                    <a:pt x="902" y="226"/>
                    <a:pt x="1062" y="247"/>
                  </a:cubicBezTo>
                  <a:cubicBezTo>
                    <a:pt x="1226" y="263"/>
                    <a:pt x="1395" y="271"/>
                    <a:pt x="1555" y="292"/>
                  </a:cubicBezTo>
                  <a:cubicBezTo>
                    <a:pt x="1719" y="317"/>
                    <a:pt x="1883" y="325"/>
                    <a:pt x="2047" y="349"/>
                  </a:cubicBezTo>
                  <a:cubicBezTo>
                    <a:pt x="2211" y="378"/>
                    <a:pt x="2375" y="431"/>
                    <a:pt x="2543" y="448"/>
                  </a:cubicBezTo>
                  <a:cubicBezTo>
                    <a:pt x="2712" y="464"/>
                    <a:pt x="2880" y="485"/>
                    <a:pt x="3052" y="497"/>
                  </a:cubicBezTo>
                  <a:cubicBezTo>
                    <a:pt x="3093" y="500"/>
                    <a:pt x="3134" y="501"/>
                    <a:pt x="3175" y="501"/>
                  </a:cubicBezTo>
                  <a:cubicBezTo>
                    <a:pt x="3273" y="501"/>
                    <a:pt x="3371" y="495"/>
                    <a:pt x="3470" y="495"/>
                  </a:cubicBezTo>
                  <a:cubicBezTo>
                    <a:pt x="3501" y="495"/>
                    <a:pt x="3531" y="496"/>
                    <a:pt x="3561" y="497"/>
                  </a:cubicBezTo>
                  <a:cubicBezTo>
                    <a:pt x="3729" y="501"/>
                    <a:pt x="3898" y="518"/>
                    <a:pt x="4066" y="526"/>
                  </a:cubicBezTo>
                  <a:cubicBezTo>
                    <a:pt x="4152" y="530"/>
                    <a:pt x="4235" y="530"/>
                    <a:pt x="4318" y="530"/>
                  </a:cubicBezTo>
                  <a:cubicBezTo>
                    <a:pt x="4400" y="530"/>
                    <a:pt x="4482" y="530"/>
                    <a:pt x="4566" y="534"/>
                  </a:cubicBezTo>
                  <a:cubicBezTo>
                    <a:pt x="4730" y="538"/>
                    <a:pt x="4895" y="591"/>
                    <a:pt x="5063" y="596"/>
                  </a:cubicBezTo>
                  <a:cubicBezTo>
                    <a:pt x="5078" y="596"/>
                    <a:pt x="5093" y="596"/>
                    <a:pt x="5108" y="596"/>
                  </a:cubicBezTo>
                  <a:cubicBezTo>
                    <a:pt x="5243" y="596"/>
                    <a:pt x="5380" y="583"/>
                    <a:pt x="5514" y="583"/>
                  </a:cubicBezTo>
                  <a:cubicBezTo>
                    <a:pt x="5529" y="583"/>
                    <a:pt x="5544" y="583"/>
                    <a:pt x="5559" y="583"/>
                  </a:cubicBezTo>
                  <a:cubicBezTo>
                    <a:pt x="5615" y="585"/>
                    <a:pt x="5671" y="585"/>
                    <a:pt x="5727" y="585"/>
                  </a:cubicBezTo>
                  <a:cubicBezTo>
                    <a:pt x="5837" y="585"/>
                    <a:pt x="5948" y="583"/>
                    <a:pt x="6060" y="583"/>
                  </a:cubicBezTo>
                  <a:cubicBezTo>
                    <a:pt x="6224" y="583"/>
                    <a:pt x="6392" y="616"/>
                    <a:pt x="6556" y="616"/>
                  </a:cubicBezTo>
                  <a:cubicBezTo>
                    <a:pt x="6721" y="616"/>
                    <a:pt x="6889" y="600"/>
                    <a:pt x="7053" y="600"/>
                  </a:cubicBezTo>
                  <a:cubicBezTo>
                    <a:pt x="7221" y="596"/>
                    <a:pt x="7385" y="563"/>
                    <a:pt x="7554" y="559"/>
                  </a:cubicBezTo>
                  <a:cubicBezTo>
                    <a:pt x="7570" y="558"/>
                    <a:pt x="7587" y="557"/>
                    <a:pt x="7603" y="557"/>
                  </a:cubicBezTo>
                  <a:cubicBezTo>
                    <a:pt x="7735" y="557"/>
                    <a:pt x="7869" y="580"/>
                    <a:pt x="8000" y="580"/>
                  </a:cubicBezTo>
                  <a:cubicBezTo>
                    <a:pt x="8017" y="580"/>
                    <a:pt x="8033" y="580"/>
                    <a:pt x="8050" y="579"/>
                  </a:cubicBezTo>
                  <a:cubicBezTo>
                    <a:pt x="8243" y="571"/>
                    <a:pt x="8428" y="522"/>
                    <a:pt x="8616" y="509"/>
                  </a:cubicBezTo>
                  <a:cubicBezTo>
                    <a:pt x="8805" y="497"/>
                    <a:pt x="8994" y="477"/>
                    <a:pt x="9178" y="460"/>
                  </a:cubicBezTo>
                  <a:cubicBezTo>
                    <a:pt x="9367" y="440"/>
                    <a:pt x="9560" y="448"/>
                    <a:pt x="9749" y="427"/>
                  </a:cubicBezTo>
                  <a:cubicBezTo>
                    <a:pt x="9938" y="403"/>
                    <a:pt x="10122" y="370"/>
                    <a:pt x="10311" y="341"/>
                  </a:cubicBezTo>
                  <a:cubicBezTo>
                    <a:pt x="10340" y="337"/>
                    <a:pt x="10344" y="267"/>
                    <a:pt x="10311" y="267"/>
                  </a:cubicBezTo>
                  <a:cubicBezTo>
                    <a:pt x="10143" y="271"/>
                    <a:pt x="9974" y="280"/>
                    <a:pt x="9810" y="284"/>
                  </a:cubicBezTo>
                  <a:cubicBezTo>
                    <a:pt x="9642" y="288"/>
                    <a:pt x="9474" y="308"/>
                    <a:pt x="9310" y="312"/>
                  </a:cubicBezTo>
                  <a:cubicBezTo>
                    <a:pt x="9141" y="317"/>
                    <a:pt x="8977" y="325"/>
                    <a:pt x="8809" y="329"/>
                  </a:cubicBezTo>
                  <a:cubicBezTo>
                    <a:pt x="8641" y="333"/>
                    <a:pt x="8477" y="345"/>
                    <a:pt x="8309" y="349"/>
                  </a:cubicBezTo>
                  <a:cubicBezTo>
                    <a:pt x="8296" y="350"/>
                    <a:pt x="8283" y="350"/>
                    <a:pt x="8270" y="350"/>
                  </a:cubicBezTo>
                  <a:cubicBezTo>
                    <a:pt x="8115" y="350"/>
                    <a:pt x="7963" y="329"/>
                    <a:pt x="7808" y="329"/>
                  </a:cubicBezTo>
                  <a:cubicBezTo>
                    <a:pt x="7640" y="333"/>
                    <a:pt x="7476" y="382"/>
                    <a:pt x="7307" y="386"/>
                  </a:cubicBezTo>
                  <a:cubicBezTo>
                    <a:pt x="7300" y="387"/>
                    <a:pt x="7293" y="387"/>
                    <a:pt x="7285" y="387"/>
                  </a:cubicBezTo>
                  <a:cubicBezTo>
                    <a:pt x="7132" y="387"/>
                    <a:pt x="6982" y="349"/>
                    <a:pt x="6829" y="349"/>
                  </a:cubicBezTo>
                  <a:cubicBezTo>
                    <a:pt x="6821" y="349"/>
                    <a:pt x="6814" y="349"/>
                    <a:pt x="6807" y="349"/>
                  </a:cubicBezTo>
                  <a:lnTo>
                    <a:pt x="6306" y="349"/>
                  </a:lnTo>
                  <a:cubicBezTo>
                    <a:pt x="6160" y="349"/>
                    <a:pt x="6011" y="362"/>
                    <a:pt x="5862" y="362"/>
                  </a:cubicBezTo>
                  <a:cubicBezTo>
                    <a:pt x="5843" y="362"/>
                    <a:pt x="5824" y="362"/>
                    <a:pt x="5806" y="362"/>
                  </a:cubicBezTo>
                  <a:cubicBezTo>
                    <a:pt x="5751" y="360"/>
                    <a:pt x="5696" y="360"/>
                    <a:pt x="5640" y="360"/>
                  </a:cubicBezTo>
                  <a:cubicBezTo>
                    <a:pt x="5529" y="360"/>
                    <a:pt x="5417" y="362"/>
                    <a:pt x="5305" y="362"/>
                  </a:cubicBezTo>
                  <a:cubicBezTo>
                    <a:pt x="5193" y="362"/>
                    <a:pt x="5082" y="365"/>
                    <a:pt x="4972" y="365"/>
                  </a:cubicBezTo>
                  <a:cubicBezTo>
                    <a:pt x="4916" y="365"/>
                    <a:pt x="4860" y="364"/>
                    <a:pt x="4804" y="362"/>
                  </a:cubicBezTo>
                  <a:cubicBezTo>
                    <a:pt x="4636" y="354"/>
                    <a:pt x="4472" y="329"/>
                    <a:pt x="4304" y="321"/>
                  </a:cubicBezTo>
                  <a:cubicBezTo>
                    <a:pt x="4220" y="317"/>
                    <a:pt x="4137" y="317"/>
                    <a:pt x="4053" y="317"/>
                  </a:cubicBezTo>
                  <a:cubicBezTo>
                    <a:pt x="3970" y="317"/>
                    <a:pt x="3887" y="317"/>
                    <a:pt x="3803" y="312"/>
                  </a:cubicBezTo>
                  <a:cubicBezTo>
                    <a:pt x="3635" y="308"/>
                    <a:pt x="3471" y="255"/>
                    <a:pt x="3307" y="247"/>
                  </a:cubicBezTo>
                  <a:cubicBezTo>
                    <a:pt x="3138" y="239"/>
                    <a:pt x="2974" y="230"/>
                    <a:pt x="2806" y="218"/>
                  </a:cubicBezTo>
                  <a:cubicBezTo>
                    <a:pt x="2638" y="210"/>
                    <a:pt x="2474" y="198"/>
                    <a:pt x="2305" y="185"/>
                  </a:cubicBezTo>
                  <a:cubicBezTo>
                    <a:pt x="2117" y="173"/>
                    <a:pt x="1924" y="173"/>
                    <a:pt x="1731" y="152"/>
                  </a:cubicBezTo>
                  <a:cubicBezTo>
                    <a:pt x="1542" y="136"/>
                    <a:pt x="1354" y="111"/>
                    <a:pt x="1165" y="79"/>
                  </a:cubicBezTo>
                  <a:cubicBezTo>
                    <a:pt x="984" y="50"/>
                    <a:pt x="804" y="21"/>
                    <a:pt x="623" y="9"/>
                  </a:cubicBezTo>
                  <a:cubicBezTo>
                    <a:pt x="539" y="3"/>
                    <a:pt x="456" y="0"/>
                    <a:pt x="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27793</TotalTime>
  <Words>733</Words>
  <Application>Microsoft Office PowerPoint</Application>
  <PresentationFormat>On-screen Show (16:9)</PresentationFormat>
  <Paragraphs>68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Bahij Nazanin</vt:lpstr>
      <vt:lpstr>Calibri</vt:lpstr>
      <vt:lpstr>Century Gothic</vt:lpstr>
      <vt:lpstr>IRANSans</vt:lpstr>
      <vt:lpstr>Muli</vt:lpstr>
      <vt:lpstr>Roboto</vt:lpstr>
      <vt:lpstr>Rubik</vt:lpstr>
      <vt:lpstr>Times New Roman</vt:lpstr>
      <vt:lpstr>Wingdings 3</vt:lpstr>
      <vt:lpstr>Wisp</vt:lpstr>
      <vt:lpstr>شپږم لوست</vt:lpstr>
      <vt:lpstr>PowerPoint Presentation</vt:lpstr>
      <vt:lpstr>د لیکنې څلور برخې </vt:lpstr>
      <vt:lpstr>سرلیک یا عنوان</vt:lpstr>
      <vt:lpstr>د یوې لیکنې/ مقالې د سرلیک ځانګړنې</vt:lpstr>
      <vt:lpstr>ادامه...</vt:lpstr>
      <vt:lpstr>ادامه …</vt:lpstr>
      <vt:lpstr>ادامه</vt:lpstr>
      <vt:lpstr>سرلیک باید څومره وي؟</vt:lpstr>
      <vt:lpstr>له اوږده عنوان سره څه وکړو؟</vt:lpstr>
      <vt:lpstr>سرلیک څه وخت ولیکو؟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منبع الجهاد FOUNTAINHEAD OF JIHAD</dc:title>
  <dc:creator>Shirani</dc:creator>
  <cp:lastModifiedBy>Moorche</cp:lastModifiedBy>
  <cp:revision>38</cp:revision>
  <dcterms:modified xsi:type="dcterms:W3CDTF">2025-04-27T17:10:44Z</dcterms:modified>
</cp:coreProperties>
</file>